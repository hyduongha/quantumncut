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1" r:id="rId6"/>
    <p:sldId id="262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8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7"/>
  </p:normalViewPr>
  <p:slideViewPr>
    <p:cSldViewPr snapToGrid="0">
      <p:cViewPr>
        <p:scale>
          <a:sx n="219" d="100"/>
          <a:sy n="219" d="100"/>
        </p:scale>
        <p:origin x="-3656" y="-4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30.24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875 33 24575,'-10'0'0,"-14"0"0,-47 0 0,-27 0 0,42 0 0,1 0 0,1 0 0,4 0 0,-18 1 0,13 6 0,11 5 0,11 6 0,8 1 0,5-1 0,4 0 0,-2 0 0,-2 3 0,1 1 0,-2 2 0,2 1 0,0 4 0,0 7 0,0 9 0,2 5 0,5 4 0,4 4 0,5 7 0,1 7 0,2-1 0,0-8 0,0-16 0,0-12 0,0-8 0,0-2 0,2-4 0,6-2 0,5-3 0,7-2 0,4-2 0,3 0 0,4 0 0,5-1 0,0-2 0,-1-3 0,0-3 0,-2-3 0,1 0 0,-2 0 0,-5 0 0,0 0 0,3 0 0,12 0 0,13 0 0,11 0 0,-2 0 0,-7 0 0,-11 0 0,-11 0 0,-5 0 0,-6 0 0,4-2 0,3-1 0,3-3 0,2-1 0,-1-3 0,0-2 0,-2-2 0,2-4 0,-4-1 0,-3-4 0,-4-2 0,-7 4 0,-7-3 0,-6 0 0,-2-2 0,-2-2 0,0 3 0,0 3 0,0 1 0,0 3 0,0 0 0,0-3 0,0-1 0,0-5 0,0-3 0,0-5 0,0-3 0,0-3 0,-3 5 0,-3 3 0,-3 6 0,-2 5 0,3 3 0,2 4 0,2 5 0,-1-1 0,0 0 0,-3-1 0,-1-5 0,-3-6 0,-1-7 0,0-3 0,-1 1 0,3 8 0,0 6 0,0 7 0,2 6 0,-2 3 0,0 2 0,-2 0 0,-3 0 0,-2 0 0,-3-3 0,-5-3 0,-4-7 0,-16-12 0,24 12 0,-7-4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44.68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219 216 24575,'-16'0'0,"-9"0"0,-17 2 0,-8 7 0,8 11 0,13 9 0,17 9 0,9 6 0,3 6 0,0 9 0,0 7 0,0-1 0,0-3 0,0-10 0,0-13 0,6-7 0,6-10 0,7-7 0,5-6 0,2-3 0,3-3 0,6 0 0,3-1 0,1-2 0,7-3 0,19-4 0,31-9 0,-35 5 0,3-2 0,5 0 0,2 0 0,-3-1 0,-1-1 0,-9 1 0,-2-2 0,37-18 0,-23-6 0,-17-5 0,-12-3 0,-15 0 0,-9 0 0,-10 2 0,-6-2 0,-2-2 0,-6-4 0,-9 3 0,-13 2 0,-16 3 0,-10 5 0,-12 9 0,-4 13 0,4 11 0,8 11 0,11 9 0,4 11 0,0 9 0,-7 5 0,-13 3 0,28-17 0,1-6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46.13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294 0 24575,'-18'0'0,"-8"0"0,-11 0 0,-9 4 0,3 12 0,8 17 0,9 20 0,11 18 0,-3 4 0,6 5 0,1 0 0,5-5 0,6-2 0,0-9 0,0-7 0,0-12 0,4-7 0,8-5 0,5-5 0,7 0 0,0-6 0,0-3 0,4-4 0,4-5 0,4-4 0,6-4 0,2-2 0,0-1 0,6-4 0,13-6 0,16-3 0,-29 6 0,2 0 0,1-1 0,1-1 0,1 0 0,-1-1 0,-3-1 0,-3 1 0,27-13 0,-23 3 0,-30 11 0,-14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0.6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104 3440 24575,'-7'-74'0,"-1"20"0,-2-6 0,-1-14 0,-1-4 0,-1-5 0,1-1 0,2 8 0,2 2 0,3 7 0,2 1 0,0 2 0,2 0 0,1 4 0,0 1 0,1 1 0,0 0 0,3 0 0,2 0 0,2 0 0,2 1 0,5 2 0,2 0 0,5 1 0,1 1 0,3 0 0,2 2 0,2 0 0,0 1 0,3-5 0,0 0 0,3-4 0,1-1 0,2-5 0,2-1 0,4-7 0,1-2 0,5-7 0,0-2 0,-16 26 0,0 1 0,1-1 0,0-1 0,2 1 0,-1 0 0,19-27 0,-1 3 0,-6 13 0,0 4 0,-6 9 0,-1 4 0,24-21 0,-18 28 0,-9 17 0,-9 13 0,-7 7 0,-8 4 0,-5-1 0,-3 2 0,-1-2 0,-2-3 0,-2 4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2.133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539 875 24575,'0'-22'0,"0"-33"0,0-39 0,1 30 0,-2-6 0,-2-9 0,-1 0 0,-2 3 0,-1 3 0,1 10 0,-1 5 0,-4-19 0,7 39 0,2 20 0,-3 9 0,-6 9 0,-6 11 0,-7 8 0,-4 5 0,-4 1 0,-3 0 0,-2 0 0,-5 1 0,-1-3 0,-1-3 0,3-3 0,6-3 0,5-2 0,-2-5 0,16-5 0,-1-2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3.59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31 603 24575,'0'-46'0,"-1"-37"0,0 25 0,-2-3 0,0-6 0,-1 1 0,0 13 0,0 4 0,-3-14 0,4 28 0,6 19 0,3 11 0,6 12 0,3 11 0,4 4 0,-1-1 0,-2 0 0,2 1 0,1 2 0,2 1 0,4 2 0,3 2 0,1 3 0,3 0 0,1-3 0,-1-4 0,-2-6 0,-5-1 0,-2 1 0,1 6 0,3 4 0,2-1 0,-3-5 0,-11-11 0,-6-6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4.8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14 24575,'0'15'0,"0"9"0,0 25 0,0 24 0,0 22 0,1-44 0,-2 0 0,1 37 0,0-22 0,3-22 0,10-22 0,17-11 0,16-7 0,20-4 0,17 0 0,11-10 0,-41-3 0,-2-4 0,38-29 0,-23-12 0,-29-1 0,-22 3 0,-10-2 0,-11-1 0,-14 1 0,-15 5 0,-17 7 0,-10 11 0,-5 12 0,-4 12 0,4 7 0,8 4 0,13 0 0,22 0 0,10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6.06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42 24575,'0'16'0,"0"17"0,0 25 0,0 18 0,0 8 0,0-12 0,0-20 0,0-16 0,5-14 0,12-10 0,18-5 0,18-6 0,17-1 0,10 0 0,5 0 0,0 0 0,-8 0 0,-12 0 0,-16 0 0,-12-9 0,-9-15 0,-4-19 0,-6-17 0,-7-9 0,-7-10 0,-4 6 0,0 9 0,-3 20 0,-7 20-1696,-8 10 0,6 9 0,0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40.18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1794 299 24575,'-19'0'0,"-15"-9"0,-32-19 0,13 4 0,-4-3 0,-17-6 0,-4-1 0,-3 2 0,0 1 0,5 6 0,2 4 0,13 8 0,4 3 0,-30 0 0,18 9 0,11 11 0,4 8 0,-3 9 0,-2 6 0,-4-1 0,1 2 0,3 0 0,4-3 0,6-1 0,3 1 0,3 6 0,2 12 0,4 9 0,2 12 0,6 5 0,5 3 0,6 6 0,2 6 0,10-39 0,1 1 0,1 3 0,1 1 0,0 1 0,2 1 0,1-2 0,0-1 0,2 41 0,5-15 0,11-19 0,9-18 0,8-10 0,6-11 0,4-6 0,6-5 0,7-4 0,14 6 0,-24-4 0,3 0 0,11 2 0,3 2 0,7 2 0,2 1 0,-1-1 0,0-1 0,-6-2 0,-3-3 0,-9-2 0,-3-2 0,38-1 0,-9-5 0,-2 0 0,6-6 0,4-13 0,-1-14 0,-2-15 0,-7-7 0,-8-5 0,-8 0 0,-10 0 0,-10 3 0,-11 3 0,-12-7 0,-10-14 0,-6-15 0,-4 34 0,0-1 0,0-6 0,0-1 0,-1-4 0,-2-1 0,-4-5 0,-3 1 0,-3 1 0,-2 2 0,-3 5 0,-1 4 0,0 8 0,0 5 0,-15-24 0,-8 17 0,22 28 0,-5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41.11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24575,'0'93'0,"0"4"0,0-2 0,0 7 0,0-10 0,0-1 0,0 0 0,0-2 0,0-15 0,0-5 0,0 26 0,0-42 0,0-27 0,0-16 0,0-9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42.83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33 1 24575,'39'0'0,"32"0"0,-21 0 0,4 0 0,11 3 0,2 2 0,-1 4 0,-2 4 0,-7 4 0,-4 3 0,32 26 0,-38-2 0,-27-11 0,-14-9 0,-15-8 0,-16 0 0,-19 3 0,-22 11 0,-11 6 0,-4 3 0,3-3 0,15-13 0,16-8 0,15-9 0,11-3 0,5 2 0,3 2 0,-1 0 0,0 1 0,-3 1 0,-4 2 0,0 3 0,-4 4 0,3 2 0,6-2 0,6 1 0,7-1 0,3 0 0,4 3 0,17 3 0,21 4 0,17 3 0,3 0 0,-14 3 0,-21-1 0,-15 15 0,-8 22 0,-4 21 0,0 8 0,0-17 0,0-22 0,-2-28 0,-6-18 0,-9-9 0,-9-5 0,-8 0 0,-4 0 0,0 0 0,-4 0-1696,-13 0 0,27 0 0,-5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33.59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979 73 24575,'-35'0'0,"-26"-1"0,-26-3 0,36 2 0,-2 0 0,2 0 0,1 0 0,-37 4 0,13 8 0,17 5 0,14 6 0,2 4 0,4 3 0,4 1 0,1-1 0,2-2 0,2 2 0,3 5 0,4 7 0,0 7 0,2 7 0,0 5 0,6-1 0,5-3 0,5-10 0,3-6 0,0 3 0,0 15 0,0 17 0,5 11 0,7 10 0,12-1 0,10-8 0,2-13 0,1-23 0,-5-18 0,-4-15 0,0-10 0,-1-7 0,2 0 0,3 0 0,-1 0 0,0 0 0,0 0 0,-3-1 0,2-2 0,1-1 0,14 1 0,17 2 0,15 1 0,11 0 0,-2 0 0,-7 0 0,-7 0 0,-8 0 0,-6 0 0,-3-4 0,-5-8 0,-4-10 0,-5-13 0,-7-1 0,-5-3 0,-6 4 0,-4 3 0,-7 0 0,-5 0 0,-1-2 0,0-2 0,1-5 0,-2 0 0,1-4 0,-3-4 0,1-2 0,-2-3 0,-2 0 0,0 0 0,0 3 0,-4 0 0,-7-4 0,-8 3 0,-5 0 0,-3 5 0,2 9 0,-1 5 0,1 5 0,1 4 0,2 2 0,1 1 0,0 0 0,-2-2 0,-7-8 0,-5-5 0,-2 1 0,3 9 0,8 13 0,13 9 0,5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34.59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58 1 24575,'0'26'0,"0"22"0,0 24 0,0 11 0,0 0 0,0-7 0,0-3 0,0 5 0,-1-7 0,-6-8 0,0-13 0,0-18 0,-1-10 0,2-4 0,-4-4 0,3-4 0,2-5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35.830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24575,'0'23'0,"9"20"0,16 30 0,-2-20 0,3 2 0,3 0 0,0-1 0,-4-8 0,-1-4 0,6 15 0,-21-36 0,-7-7 0,0-1 0,6 12 0,8 19 0,9 17 0,11 22 0,5 4 0,-2-5 0,-7-15 0,-9-22 0,-13-24 0,-4-9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4:36.89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586 0 24575,'-14'0'0,"-16"0"0,-15 0 0,-14 0 0,3 0 0,8 0 0,10 0 0,10 0 0,2 0 0,4 0 0,0 0 0,1 0 0,-3 0 0,-12 0 0,-3 0 0,-1 0 0,16 0 0,10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7.5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3484 0 24575,'-13'0'0,"-22"0"0,-57 0 0,31 7 0,-10 5 0,-2 2 0,-14 4 0,-3 3 0,-2 2-380,18-4 0,-1 2 1,0 0-1,1 2 380,-20 9 0,2 2 0,3 0 0,14-5 0,3 1 0,1-1-95,1 1 1,0 1 0,0 1 94,-1 3 0,-1 1 0,2 2 0,-1 0 0,2 1 0,1 2 0,3-1 0,2 2 0,1 0 0,2-1 0,1 1 0,2 0-2,-17 15 1,3 1 1,4-3 0,2 0 0,6-3 0,3 0 0,4-3 0,1 0 555,2-1 1,1 0-556,4-1 0,1 1 0,3-2 0,3 0 0,2-1 0,2 1 345,3 0 1,0 1-346,1 0 0,0 0 1,2-2 1,2-2-2,-17 29 0,15-24 0,14-25 0,8-13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8.6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0 24575,'0'47'0,"0"15"0,0-9 0,0 5 0,0 7 0,0 1 0,0-1 0,0-1 0,0-2 0,0-3 0,0 26 0,0-22 0,0-17 0,4-20 0,8-12 0,24-6 0,45-20 0,-16-5 0,8-5 0,18-6 0,5-4 0,-29 9 0,1-2 0,-2 1 0,22-10 0,-5 2 0,-20 7 0,-8 2 0,0-1 0,-32 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09.42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2901 24575,'75'-9'0,"4"-14"0,14-10 0,-23 6 0,6-3 0,4-4 0,2-1-1142,-3 0 1,4-2 0,1-2 0,1-1 0,-1 0 1141,4-3 0,1-2 0,-1 0 0,0 0 0,-3 2 0,-10 5 0,-1 0 0,-1 1 0,-3 1 0,-4 2 566,19-10 0,-5 3 1,-7 4-567,-2 0 0,-10 5 921,0-3-921,10-10 0,-17 7 0,8-4-381,-5 2 0,6-2 0,3-2 381,-5 5 0,2-2 0,3-1 0,1 1 0,5-3 0,2 0 0,1 0 0,0 0 0,2 1 0,0 0 0,1 1 0,0 0 0,-2 0 0,0 1 0,0 0 0,-2 0 0,-4 3 0,-1 0 0,-1 0 0,-1-1 0,19-11 0,-2-2 0,-3 1 0,-5 2 0,-2 0 0,-3 0 834,-4 3 1,-3 1 0,0-1-835,-5 3 0,-1 0 0,-3 2 0,11-11 0,-6 3 0,-13 7 0,-8 4 0,1-2 0,-23 14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11.63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24575,'36'0'0,"41"0"0,-10 0 0,8 0 0,-5 0 0,6 0 0,4 4-945,-8 2 1,4 2 0,1 2 0,2 3 944,10 4 0,2 3 0,1 3 0,0 3 0,-13-2 0,1 2 0,1 2 0,-2 3 0,0 0 0,-1 3 0,-1 3 0,-1 1 0,-1 1 0,-1 0 0,14 10 0,-2 1 0,-1 1 0,-3 3 0,-2 2 0,-1 2 0,-2 2 0,-2 2 0,-15-9 0,0 1 0,-2 2 0,0 2 0,0 0 0,2 6 0,0 1 0,0 2 0,-1 1 0,0 0-317,0 4 0,0 1 0,0 1 1,-1 0-1,-1-1 317,-4-2 0,1 0 0,-2-1 0,-1 0 0,-1-1 0,6 8 0,-2 0 0,-1-2 0,-2-3 261,4 8 1,-3-4-1,-4-4-261,8 14 0,-5-8 0,-15-20 0,-4-5 0,4 22 1707,-18-19-1707,-12-8 2358,-6 11-2358,0 11 256,0-21 0,0 4-256,0 10 0,0 3 0,0 11 0,0 1 0,0 4 0,0-2 0,1-9 0,0-4 0,0-13 0,1-5 0,2 10 0,-1-33 0,-3-17 0,0-9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12.89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1412 0 24575,'-14'15'0,"-12"15"0,-18 18 0,-17 21 0,-2 3 0,4-4 0,13-7 0,19-18 0,7-8 0,9-10 0,5-7 0,-1-5 0,3-4 0,-2-3 0,-1-1 0,-1 0 0,-1-1 0,-3-1 0,-2-2 0,-1-3 0,-5-4 0,-9-10 0,-22-10 0,-25-6 0,27 13 0,-2 1 0,-5 0 0,-1 2 0,-2 0 0,1 0 0,5 3 0,1 1 0,2 2 0,1 1 0,-37-6 0,18 7 0,15 4 0,30 4 0,11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14.39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0 345 24575,'40'-38'0,"14"-12"0,-18 16 0,2-2 0,1-1 0,-1 2 0,26-17 0,-17 13 0,-15 19 0,-9 16 0,-11 23 0,-3 24 0,-7 15 0,-2 2 0,0-12 0,0-22 0,0-10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15.3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71 0 24575,'-7'0'0,"-2"1"0,-5 13 0,-4 8 0,6-3 0,2-1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24.50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787 458 24575,'-42'-1'0,"-24"-15"0,17 2 0,-4-3 0,-6-4 0,-1-2 0,5 0 0,3 3 0,-38-5 0,30 14 0,22 11 0,17 2 0,12 6 0,5 13 0,-2 12 0,-5 14 0,-4 9 0,-5 5 0,6 11 0,4 5 0,5 11 0,5 6 0,0-1 0,3-7 0,9-11 0,14-14 0,11-15 0,10-9 0,3-11 0,4-3 0,5-6 0,3-4 0,2-4 0,-1-6 0,6-1 0,5-2 0,7 0 0,11 0 0,1-4 0,-3-7 0,-10-12 0,-14-16 0,-11-11 0,-12-10 0,-8-1 0,-13 4 0,-8-1 0,-6 0 0,-4-9 0,0-16 0,-4-7 0,0-9 0,0 46 0,0-1 0,-4-2 0,-2 1 0,-3-1 0,-4 3 0,-20-42 0,-7 26 0,2 25 0,4 19 0,1 13 0,-5 8 0,-15 3 0,-16 5 0,-23 8 0,40-2 0,-1 4 0,0 1 0,1 3 0,1 0 0,2 2 0,-34 17 0,17 0 0,12 0 0,10 3 0,3 3 0,-3 4 0,0 7 0,0 4 0,2 1 0,7-6 0,7-9 0,9-7 0,6-6 0,2-3 0,5-2 0,1 1 0,4 10 0,1 13 0,0 17 0,0 13 0,10 1 0,18-5 0,20-16 0,16-20 0,3-18 0,-3-13 0,5-7 0,8-2 0,19 3 0,-40 1 0,1 0 0,2 2 0,0 0 0,0 0 0,1 0 0,-5-2 0,-2-1 0,43 1 0,-12-4 0,-14-8 0,-10-14 0,-10-21 0,-10-22 0,-12-18 0,-19 34 0,-2-2 0,-2-5 0,-2-1 0,-4-6 0,-4-2 0,-5-6 0,-4 1 0,-5 0 0,-4 2 0,-4 3 0,-4 4 0,0 8 0,-4 5 0,0 10 0,-3 4 0,-45-17 0,37 32 0,-3 5 0,-3 2 0,-2 4 0,-1 2 0,-1 3 0,-1 0 0,1 2 0,1 4 0,1 3 0,-42 15 0,14 11 0,18 9 0,11 4 0,6 6 0,3 8 0,4 5 0,5 2 0,4-4 0,7-6 0,6-7 0,7-9 0,7-5 0,4 0 0,0 1 0,0-1 0,11-3 0,12-3 0,15-8 0,14-5 0,9-6 0,19-2 0,-30-1 0,3 1 0,7 3 0,2 1 0,4 0 0,1 1 0,7 1 0,1-1 0,-4-2 0,-1-2 0,-5-2 0,-2-2 0,-8-1 0,-2-1 0,25-3 0,-8-6 0,-9-16 0,-5-23 0,-8-31 0,-25 24 0,-3-4 0,-2-9 0,-3-3 0,-2-3 0,-3 0 0,-3 4 0,-2 3 0,-2 9 0,-2 5 0,-3-16 0,-5 27 0,-10 22 0,-9 12 0,-10 2 0,-8 8-1696,-6 13 0,21-8 0,4 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35.49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1121 1 24575,'-20'0'0,"-23"0"0,-35 0 0,24 0 0,-3 0 0,-14 0 0,-1 0 0,-4 0 0,1 0 0,3 1 0,3 1 0,9 2 0,4 4 0,-22 24 0,22 18 0,19 16 0,8 10 0,0 4 0,2 4 0,2 0 0,6-5 0,9-9 0,5-8 0,3-2 0,2 12 0,0 14 0,8 11 0,11 0 0,15-11 0,14-17 0,8-16 0,9-10 0,4-13 0,0-9 0,-1-10 0,-4-9 0,0-2 0,-1-4 0,7-5 0,22-6 0,-37 7 0,3 0 0,7 0 0,1 0 0,1 0 0,0 0 0,-6-1 0,-3-3 0,-7-2 0,-3-4 0,33-29 0,-19-22 0,-35 21 0,-4-6 0,-1-11 0,-3-4 0,-4-9 0,-3-2 0,-2 1 0,-3 2 0,-4 10 0,-1 5 0,-2-30 0,0 40 0,0 28 0,0 15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1.38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960 137 24575,'-15'0'0,"-13"0"0,-17 0 0,-15 0 0,-9 0 0,1 0 0,6 0 0,8 0 0,6 0 0,5 0 0,5 0 0,1 0 0,7 0 0,0 2 0,-3 5 0,-3 5 0,-3 4 0,1 5 0,7 4 0,6 5 0,5 3 0,6 0 0,1 2 0,1 8 0,-1 7 0,0 7 0,2 4 0,-1-4 0,3-2 0,1-5 0,4-8 0,3-4 0,1-5 0,0 1 0,0 6 0,0 9 0,2 20 0,9 15 0,7 3 0,8-9 0,1-21 0,-5-16 0,-1-15 0,-4-9 0,0-10 0,3-5 0,5-1 0,0-1 0,3 0 0,1 0 0,1 0 0,3 0 0,1 0 0,3 0 0,2 0 0,-1 0 0,0 0 0,-5-4 0,0-2 0,0-4 0,-1-3 0,-5-2 0,-5-3 0,-1 1 0,2 3 0,5 0 0,4-2 0,5-3 0,2-2 0,0 0 0,-2 0 0,-7-5 0,-5-5 0,-4-5 0,-6-2 0,-1-4 0,-3-6 0,-5-6 0,-2-8 0,-3-3 0,-1-2 0,0 4 0,0 2 0,0-2 0,0 0 0,0-3 0,0 2 0,0 9 0,0 2 0,-5 10 0,-4 6 0,-4 10 0,-6 10 0,-1 4 0,-3-1 0,-2-4 0,-1-8 0,-9-5 0,17 11 0,-3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3.430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731 159 24575,'-28'0'0,"-39"0"0,-27 0 0,41-1 0,1 2 0,-36 4 0,29 11 0,12 16 0,7 14 0,2 11 0,1 12 0,4 12 0,5 5 0,9-1 0,5-16 0,6-12 0,2-5 0,-2-2 0,4 8 0,-1 0 0,3-5 0,2-8 0,0-8 0,0-3 0,3-1 0,9-4 0,10-3 0,13-6 0,9-4 0,7-4 0,7-4 0,7-4 0,9-4 0,15 0 0,-36 0 0,2 0 0,7 0 0,2 0 0,6-1 0,0 2 0,4 1 0,-1 0 0,-4 1 0,-2 0 0,-7 0 0,-3 0 0,37 1 0,-26-4 0,-17 0 0,-17 0 0,-12-3 0,-5-7 0,0-14 0,9-18 0,6-26 0,-15 21 0,-1-4 0,0-10 0,-3-3 0,-1-9 0,-3-3 0,-3-2 0,-2-1 0,-1 1 0,-2 1 0,-1 4 0,-4 2 0,-2 11 0,-3 4 0,-16-34 0,-12 29 0,-4 24 0,-2 14 0,-5 14 0,-2 4 0,-3 4 0,-6 1 0,-5 0 0,-4 0 0,1 0 0,11 4 0,10 4 0,12 4 0,16-3 0,7-2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5.667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803 0 24575,'-26'0'0,"-11"0"0,-44 2 0,29 3 0,-2 3 0,-2 4 0,0 4 0,2 3 0,5 4 0,-17 27 0,15 2 0,3 3 0,2 6 0,5 3 0,10-6 0,11-9 0,10-10 0,5 5 0,0 20 0,0 25 0,2-37 0,0 2 0,1 0 0,0 0 0,2 37 0,0-20 0,0-17 0,3-13 0,7-5 0,14-6 0,14-5 0,11-7 0,4-9 0,1-1 0,0-3 0,0 0 0,0-2 0,0-3 0,-3 0 0,-1 0 0,0 0 0,-4 0 0,1 0 0,0 0 0,3-4 0,8-4 0,6-7 0,13-4 0,17-6 0,-44 10 0,1-1 0,0-2 0,-2-2 0,36-26 0,-22 0 0,-19 3 0,-14 5 0,-12 4 0,-10 0 0,-4-6 0,-4-3 0,0-6 0,0 2 0,0 5 0,0 0 0,0-1 0,0-10 0,-4 0 0,-8 0 0,-6 0 0,-13-2 0,-17-14 0,-11-6 0,24 38 0,-1 3 0,-30-19 0,11 24 0,13 19 0,8 8 0,3 2 0,0 0 0,-19-8 0,28 6 0,-9-6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00.21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1 24575,'0'49'0,"0"3"0,0 8 0,0 11 0,0 19 0,0 6-333,0-24 0,0 1 0,0 2 333,0 4 0,0 1 0,0-5 163,0 9 1,0-8-164,0-19 0,0-9 0,0-2 0,0-29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02.047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235 0 24575,'24'0'0,"9"0"0,13 0 0,-2 0 0,-13 2 0,-15 4 0,-12 7 0,-4 8 0,0 11 0,0 12 0,0 26 0,0-21 0,0 4 0,0 7 0,0 3 0,0 1 0,0-2 0,0 36 0,-2-34 0,-6-32 0,-8-20 0,-10-8 0,-5-4 0,-3-2 0,1-4 0,3-1 0,5-5 0,16 2 0,37 4 0,37 2 0,34 3 0,-39 1 0,1 2 0,-3 3 0,-2 4 0,-4 2 0,-3 6 0,31 30 0,-27 14 0,-18 18 0,-24-29 0,-3 3 0,-2 9 0,-3 1 0,-1 4 0,-2-1 0,0-9 0,0-2 0,-5 23 0,-13-35 0,-21-25 0,-21-12 0,-12-6 0,-1 0 0,9 0 0,7 0 0,4-4 0,3-1 0,6-5 0,8-3 0,7-1 0,-6-7 0,-16-10 0,-22-10 0,28 16 0,1 0 0,-9-5 0,10 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03.7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450 1 24575,'-21'0'0,"-19"0"0,-22 0 0,-5 0 0,16 0 0,15 0 0,14 2 0,0 7 0,-2 9 0,6 9 0,-1 2 0,5 0 0,4 4 0,-2 10 0,3 15 0,-1 5 0,1 5 0,5 8 0,4 6 0,0 5 0,0-4 0,0-15 0,0-12 0,6-11 0,9-10 0,13-6 0,18-8 0,12-6 0,11-7 0,0-4 0,-4-4 0,11 0 0,16 0 0,-36 0 0,3 0 0,5 0 0,1 0 0,-1 0 0,-1 0 0,-2 0 0,-2 0 0,-4 0 0,-1 0 0,40 0 0,-21 0 0,-19 0 0,-30 0 0,-10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6.630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24575,'0'63'0,"0"9"0,1 19 0,1 1 0,2-3 0,0 1 0,0 5-555,0-2 0,1 7 0,-1 0 1,1-8 554,1 1 0,0-7 0,1-9 0,0-8 0,-2-11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8.08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591 1 24575,'0'21'0,"-4"13"0,-12 22 0,-12 18 0,-14 3 0,-4-3 0,9-12 0,8-15 0,13-13 0,3-9 0,-1-1 0,-2 1 0,-2 8 0,5 0 0,-3 4 0,-3 2 0,-5 2 0,-3 2 0,5-3 0,2-4 0,5-12 0,4-6 0,-7-1 0,-6 8 0,-7 8 0,-6 6 0,18-17 0,4-7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5:59.22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1 24575,'11'0'0,"1"0"0,24 0 0,9 0 0,2 0 0,4 0 0,-15 0 0,5 0 0,12 9 0,2 9 0,3 5 0,-8 2 0,-18-7 0,-10 6 0,-15-15 0,-3 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07.913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5083 1 24575,'-33'0'0,"-18"0"0,-33 0 0,33 0 0,-4 0 0,-8 0 0,-2 0 0,-4 0 0,-1 0 0,-1 0 0,-2 2 0,-5 3 0,-1 2 0,-3 1 0,0 3 0,-1 3 0,-1 2 0,1 1 0,1 0 0,8-1 0,2 0 0,10 0 0,3 0 0,6-2 0,2 1 0,2 1 0,1 0 0,-4 2 0,-1 0 0,-5 1 0,0 2 0,-4 3 0,1 2 0,-3 2 0,0 1 0,-3 2 0,-1 2 0,-2 3 0,-1 0 0,-1 1 0,0 0 0,3 2 0,0 0 0,4 2 0,2 0 0,4-3 0,1 0 0,4-3 0,1-1 0,4-2 0,2-1 0,3-3 0,2 0 0,-38 25 0,7-4 0,-6-3 0,-2 0 0,-4 4 0,39-23 0,-1 1 0,-1 2 0,-1 1 0,-4 2 0,-1 0 0,2 1 0,0 0 0,5-2 0,0-1 0,4 0 0,2 0 0,-30 24 0,7-1 0,7-3 0,8-3 0,0-2 0,5 0 0,4 1 0,1 4 0,4 3 0,-10 34 0,13-23 0,-1 17 0,18-38 0,6-7 0,4-7 0,0-2 0,0 1 0,-4 0 0,-3 1 0,-2-3 0,3-2 0,-1-4 0,4 4 0,0 1 0,-4 4 0,-1 3 0,-1-1 0,3-4 0,3-5 0,4-12 0,1-4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09.3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24575,'0'26'0,"0"64"0,0-18 0,0 8 0,0 14 0,0 4 0,0-27 0,0 2 0,0-5 0,0 12 0,0-6 0,0-15 0,0-5 0,3 17 0,1-31 0,2-17 0,3-12 0,0-5 0,3-5 0,3 0 0,6 0 0,6-1 0,9 0 0,23-1 0,32-10 0,-27-2 0,6-2 0,11-4 0,4-3 0,4-2 0,1-2 0,-2 2 0,-3 1 0,-9 2 0,-4 0 0,-12 2 0,-5 1 0,23-12 0,-29 7 0,-23 7 0,-14 1 0,-7 8 0,-5 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11.8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1258 24575,'0'-57'0,"0"-41"0,0 27 0,0-5 0,0-9 0,0 0 0,0 6 0,0 3 0,0 10 0,0 4 0,3-29 0,5 28 0,4 21 0,4 12 0,1 4 0,-1-5 0,0-14 0,0-6 0,1-2 0,1 13 0,1 19 0,0 11 0,0 15 0,3 25 0,-3 26 0,4 30 0,-11-37 0,0 0 0,13 43 0,7-12 0,1-14 0,2-9 0,-1-11 0,0-5 0,-4-8 0,0 4 0,-1 5 0,2 2 0,2-1 0,0-9 0,-15-16 0,-4-7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13.1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0 113 24575,'0'60'0,"0"39"0,0-32 0,0 4 0,0 9 0,0-1 0,0-11 0,0-4 0,0 36 0,0-32 0,0-29 0,0-9 0,0-6 0,0-4 0,4-3 0,7-5 0,10-4 0,13-1 0,6-4 0,9-4 0,13-12 0,13-19 0,-29 5 0,-1-4 0,3-6 0,-2-5 0,-3-5 0,-3-4 0,-5-2 0,-7-3 0,-7-4 0,-6-2 0,-4-3 0,-5 0 0,-2 3 0,-4 2 0,-3 5 0,-4 4 0,-15-27 0,-11 31 0,-6 22 0,3 16 0,-2 9 0,2 3 0,1 7 0,5 10 0,8 5 0,10-7 0,4-8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14.8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33 351 24575,'-7'9'0,"3"4"0,0 4 0,4 3 0,0 3 0,0 1 0,0 5 0,0 1 0,0 0 0,-4 3 0,-1 6 0,0 1 0,1 3 0,4-5 0,0-6 0,0-3 0,0-1 0,0 1 0,0 1 0,7 4 0,8-2 0,10 6 0,9 5 0,1 5 0,4 1 0,1-9 0,3-12 0,-1-12 0,-3-10 0,-2-3 0,-4-3 0,4 0 0,2 0 0,0 0 0,-2 0 0,-3-1 0,-2-7 0,-7-10 0,-10-13 0,-9-10 0,-6-10 0,0-13 0,0-18 0,1 27 0,-2-4 0,-3-7 0,-5-2 0,-6-6 0,-5-1 0,-5 0 0,-4 2 0,-5 7 0,-2 4 0,2 7 0,0 5 0,-23-23 0,11 27 0,23 26 0,9 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23.59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24575,'37'0'0,"31"0"0,-11 0 0,6 0 0,13 0 0,3 0 0,7 0 0,0 0 0,-1 0 0,-3 0 0,-10 0 0,-4 0 0,-9 0 0,-5 0 0,30 0 0,-17 9 0,-9 9 0,-6 9 0,-9 8 0,-6 3 0,-3 4 0,1 3 0,-1-3 0,-4-4 0,-5-5 0,-8 1 0,-8 0 0,0 4 0,4 12 0,9 17 0,-3-22 0,3 4 0,4 7 0,1 1 0,2 2 0,1-1 0,-1-5 0,-2-3 0,14 21 0,-15-34 0,-13-19 0,-9-16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24.81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0 106 24575,'29'4'0,"15"15"0,24 15 0,14 14 0,-37-19 0,0-1 0,-2-1 0,0 0 0,36 28 0,-2-4 0,-4-8 0,-14-8 0,-11-16 0,-15-9 0,-9-7 0,-2-3 0,-3 0 0,4-8 0,7-12 0,10-19 0,10-17 0,18-17 0,-31 32 0,1 1 0,0 0 0,1 1 0,28-29 0,-16 18 0,-13 17 0,-15 14 0,-11 10 0,-8 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26.7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0 24575,'20'0'0,"12"0"0,27 0 0,27 0 0,-35 0 0,1 0 0,47 0 0,-21 0 0,-30 3 0,-23 6 0,-15 6 0,-7 8 0,-7 4 0,-2-2 0,-6-4 0,-6-6 0,-3-6 0,-8 3 0,-8 11 0,-21 32 0,22-15 0,-1 4 0,-2 8 0,1 1 0,1-4 0,3-2 0,-15 26 0,17-18 0,14-22 0,6-8 0,4-11 0,6-7 0,14 0 0,25-4 0,23-2 0,16-1 0,9 0 0,0 0 0,-3 0 0,-8 0 0,-11 0 0,-11 0 0,-10 0 0,-21 0 0,-6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9:16:28.84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278 97 24575,'-13'3'0,"-4"6"0,-9 10 0,0 8 0,0 10 0,3 1 0,5 1 0,-1-2 0,2 1 0,0 6 0,0 9 0,0 5 0,4-5 0,5-7 0,0-9 0,3-3 0,1-1 0,0 0 0,4 0 0,0-2 0,0-2 0,0-5 0,0-3 0,5-2 0,8-4 0,10 0 0,12-4 0,5-4 0,3-4 0,0-3 0,-1 0 0,0 0 0,-4 0 0,1 0 0,-1-1 0,13-3 0,17-5 0,13-5 0,5-2 0,-6-2 0,-16-2 0,-15-1 0,-9 0 0,-14-2 0,-9-3 0,-10-4 0,-6-3 0,-1-6 0,0-13 0,0-19 0,-3-18 0,-4-3 0,-10 0 0,-6 11 0,-5 10 0,2 13 0,6 22 0,9 16 0,6 14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569E-D75F-C9D3-711B-13A072BB3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6390-3FA9-0342-1889-C396259FF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5A50-47D2-43F0-225F-E8FD17C7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7E284-375C-FCB3-0AFE-28AF479B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EFF64-8789-F7CC-2A99-C4933609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1E5A-FA96-86EF-D20A-945BDB10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9771-7C94-69DC-7793-4074C0A32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138A3-4CF9-FE46-12C7-B064709E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A435E-AB94-B4C9-7A02-9B36073B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3CD1-5A15-A6E5-88ED-15867ECA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02C2-78CF-EECC-B0F0-F7F383BA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D312A-7407-D772-0013-64D17F062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A21EE-4CA1-898F-12AF-D8F0D069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63135-8F05-39B6-6B9F-9BDD62EC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F885C-1749-CDA5-D340-4B97435D5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0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D5A2-5D95-72FF-C448-162369C8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B0F4-3DF0-DACF-4496-08E095251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90520-ABE0-441E-6CBF-499AB1B28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82A8E-736F-F3ED-A573-AEF68F95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FEC43-9227-C5B3-AE1B-17E58498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CC940-EB1D-B332-8990-1EF954E2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0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03BA-2E13-36BD-510D-70E666A1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A5EEF-0D8C-ECD8-C43B-CB7F3F177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7D6AA-9B87-6493-6BF7-3C7384072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62958-2E07-0CE7-C4B9-5913CCC31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5AB25-123B-91E8-9BCB-6F8712645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B4B68-5EB4-186E-ACD0-8D247FB8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0F950-C92D-79E4-25CE-B9D0D0EF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60B944-B52D-127E-704B-416DAE33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2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5CFD-C20F-4FAB-7F77-29C6C755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19711-729E-A4B1-6BFB-560DDF17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F1A61-2399-269F-E052-2EBCD3D5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0176A-A629-FE1E-C741-31909F33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8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97533-CBFD-97C2-95CF-09C5270B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D3E61-783F-C2E4-017C-26413433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6F514-BC0A-9FEF-FBEF-030A4169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1DDD-C81A-1A80-4154-399F0252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6B3A3-DD55-2983-BE24-5ABF50A0D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B4911-0C36-3941-327A-9684F5FCD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D6717-551B-73DF-71DC-0C8C4018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CE34F-DCE4-D62E-33C3-401B52BC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05642-0014-018E-216E-C00E830C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8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7E76-AA06-3D45-628B-CD8BB903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D2590-6E47-23AC-18CF-A1D69127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18E55-DB9A-9C44-04E3-77C471674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C975D-9A23-6D15-97B6-94BE581C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C55A5-5052-7277-660C-AC573207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088D3-3D81-6D3D-D116-ED4397CE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6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686A-E1EA-F8DA-6861-8A6A40CA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29FEC-D478-1549-CBE1-4A4622B1B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4AE40-6B9D-438F-B5B4-33A29E5E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E44AD-1611-D6B9-987D-5936B549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38E2-814A-1B04-9EA7-81AC6720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8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7456C-3AFC-E038-937C-277D4E0CE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3C432-916F-B248-9C5D-A3E5A2F25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6957B-AEAD-B537-F5FA-551D6EC4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498E-D981-3740-8619-93FD13F2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3AB6E-D076-61A2-FBCF-16F3151F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9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32B61-8143-2DF2-DD35-8FE618CA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72747-A978-396C-5145-3B4B6D5F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F771-483F-EC64-942F-F37277396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0DC0F-5C5A-46E0-9A69-F26F43B532D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05E81-F743-24E6-2716-819F6AAD5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2D55-3015-F5E7-B9BA-B67BD60FE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22264-09B8-414A-AA76-3976F33CC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5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9" Type="http://schemas.openxmlformats.org/officeDocument/2006/relationships/image" Target="../media/image53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38" Type="http://schemas.openxmlformats.org/officeDocument/2006/relationships/image" Target="../media/image52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png"/><Relationship Id="rId40" Type="http://schemas.openxmlformats.org/officeDocument/2006/relationships/image" Target="../media/image54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image" Target="../media/image22.png"/><Relationship Id="rId3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1.png"/><Relationship Id="rId39" Type="http://schemas.openxmlformats.org/officeDocument/2006/relationships/image" Target="../media/image60.png"/><Relationship Id="rId21" Type="http://schemas.openxmlformats.org/officeDocument/2006/relationships/image" Target="../media/image35.png"/><Relationship Id="rId34" Type="http://schemas.openxmlformats.org/officeDocument/2006/relationships/image" Target="../media/image49.png"/><Relationship Id="rId42" Type="http://schemas.openxmlformats.org/officeDocument/2006/relationships/image" Target="../media/image63.png"/><Relationship Id="rId47" Type="http://schemas.openxmlformats.org/officeDocument/2006/relationships/image" Target="../media/image68.png"/><Relationship Id="rId50" Type="http://schemas.openxmlformats.org/officeDocument/2006/relationships/image" Target="../media/image71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9" Type="http://schemas.openxmlformats.org/officeDocument/2006/relationships/image" Target="../media/image44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7.png"/><Relationship Id="rId37" Type="http://schemas.openxmlformats.org/officeDocument/2006/relationships/image" Target="../media/image58.png"/><Relationship Id="rId40" Type="http://schemas.openxmlformats.org/officeDocument/2006/relationships/image" Target="../media/image61.png"/><Relationship Id="rId45" Type="http://schemas.openxmlformats.org/officeDocument/2006/relationships/image" Target="../media/image66.png"/><Relationship Id="rId53" Type="http://schemas.openxmlformats.org/officeDocument/2006/relationships/image" Target="../media/image74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6.png"/><Relationship Id="rId44" Type="http://schemas.openxmlformats.org/officeDocument/2006/relationships/image" Target="../media/image65.png"/><Relationship Id="rId52" Type="http://schemas.openxmlformats.org/officeDocument/2006/relationships/image" Target="../media/image7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56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64.png"/><Relationship Id="rId48" Type="http://schemas.openxmlformats.org/officeDocument/2006/relationships/image" Target="../media/image69.png"/><Relationship Id="rId8" Type="http://schemas.openxmlformats.org/officeDocument/2006/relationships/image" Target="../media/image22.png"/><Relationship Id="rId51" Type="http://schemas.openxmlformats.org/officeDocument/2006/relationships/image" Target="../media/image72.png"/><Relationship Id="rId3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55.png"/><Relationship Id="rId33" Type="http://schemas.openxmlformats.org/officeDocument/2006/relationships/image" Target="../media/image48.png"/><Relationship Id="rId38" Type="http://schemas.openxmlformats.org/officeDocument/2006/relationships/image" Target="../media/image59.png"/><Relationship Id="rId46" Type="http://schemas.openxmlformats.org/officeDocument/2006/relationships/image" Target="../media/image67.png"/><Relationship Id="rId20" Type="http://schemas.openxmlformats.org/officeDocument/2006/relationships/image" Target="../media/image34.png"/><Relationship Id="rId41" Type="http://schemas.openxmlformats.org/officeDocument/2006/relationships/image" Target="../media/image62.png"/><Relationship Id="rId54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3.png"/><Relationship Id="rId36" Type="http://schemas.openxmlformats.org/officeDocument/2006/relationships/image" Target="../media/image57.png"/><Relationship Id="rId49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94.png"/><Relationship Id="rId21" Type="http://schemas.openxmlformats.org/officeDocument/2006/relationships/image" Target="../media/image85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98.png"/><Relationship Id="rId7" Type="http://schemas.openxmlformats.org/officeDocument/2006/relationships/image" Target="../media/image7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93.png"/><Relationship Id="rId40" Type="http://schemas.openxmlformats.org/officeDocument/2006/relationships/customXml" Target="../ink/ink20.xml"/><Relationship Id="rId45" Type="http://schemas.openxmlformats.org/officeDocument/2006/relationships/image" Target="../media/image97.png"/><Relationship Id="rId5" Type="http://schemas.openxmlformats.org/officeDocument/2006/relationships/image" Target="../media/image77.png"/><Relationship Id="rId15" Type="http://schemas.openxmlformats.org/officeDocument/2006/relationships/image" Target="../media/image82.png"/><Relationship Id="rId23" Type="http://schemas.openxmlformats.org/officeDocument/2006/relationships/image" Target="../media/image8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84.png"/><Relationship Id="rId31" Type="http://schemas.openxmlformats.org/officeDocument/2006/relationships/image" Target="../media/image90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7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88.png"/><Relationship Id="rId30" Type="http://schemas.openxmlformats.org/officeDocument/2006/relationships/customXml" Target="../ink/ink15.xml"/><Relationship Id="rId35" Type="http://schemas.openxmlformats.org/officeDocument/2006/relationships/image" Target="../media/image92.png"/><Relationship Id="rId43" Type="http://schemas.openxmlformats.org/officeDocument/2006/relationships/image" Target="../media/image96.png"/><Relationship Id="rId8" Type="http://schemas.openxmlformats.org/officeDocument/2006/relationships/customXml" Target="../ink/ink4.xml"/><Relationship Id="rId3" Type="http://schemas.openxmlformats.org/officeDocument/2006/relationships/image" Target="../media/image76.png"/><Relationship Id="rId12" Type="http://schemas.openxmlformats.org/officeDocument/2006/relationships/customXml" Target="../ink/ink6.xml"/><Relationship Id="rId17" Type="http://schemas.openxmlformats.org/officeDocument/2006/relationships/image" Target="../media/image83.png"/><Relationship Id="rId25" Type="http://schemas.openxmlformats.org/officeDocument/2006/relationships/image" Target="../media/image87.png"/><Relationship Id="rId33" Type="http://schemas.openxmlformats.org/officeDocument/2006/relationships/image" Target="../media/image91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customXml" Target="../ink/ink32.xml"/><Relationship Id="rId26" Type="http://schemas.openxmlformats.org/officeDocument/2006/relationships/customXml" Target="../ink/ink36.xml"/><Relationship Id="rId39" Type="http://schemas.openxmlformats.org/officeDocument/2006/relationships/image" Target="../media/image117.png"/><Relationship Id="rId21" Type="http://schemas.openxmlformats.org/officeDocument/2006/relationships/image" Target="../media/image108.png"/><Relationship Id="rId34" Type="http://schemas.openxmlformats.org/officeDocument/2006/relationships/customXml" Target="../ink/ink40.xml"/><Relationship Id="rId7" Type="http://schemas.openxmlformats.org/officeDocument/2006/relationships/image" Target="../media/image101.png"/><Relationship Id="rId12" Type="http://schemas.openxmlformats.org/officeDocument/2006/relationships/customXml" Target="../ink/ink29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114.png"/><Relationship Id="rId38" Type="http://schemas.openxmlformats.org/officeDocument/2006/relationships/customXml" Target="../ink/ink42.xml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103.png"/><Relationship Id="rId24" Type="http://schemas.openxmlformats.org/officeDocument/2006/relationships/customXml" Target="../ink/ink35.xml"/><Relationship Id="rId32" Type="http://schemas.openxmlformats.org/officeDocument/2006/relationships/customXml" Target="../ink/ink39.xml"/><Relationship Id="rId37" Type="http://schemas.openxmlformats.org/officeDocument/2006/relationships/image" Target="../media/image116.png"/><Relationship Id="rId5" Type="http://schemas.openxmlformats.org/officeDocument/2006/relationships/image" Target="../media/image100.png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28" Type="http://schemas.openxmlformats.org/officeDocument/2006/relationships/customXml" Target="../ink/ink37.xml"/><Relationship Id="rId36" Type="http://schemas.openxmlformats.org/officeDocument/2006/relationships/customXml" Target="../ink/ink41.xml"/><Relationship Id="rId10" Type="http://schemas.openxmlformats.org/officeDocument/2006/relationships/customXml" Target="../ink/ink28.xml"/><Relationship Id="rId19" Type="http://schemas.openxmlformats.org/officeDocument/2006/relationships/image" Target="../media/image107.png"/><Relationship Id="rId31" Type="http://schemas.openxmlformats.org/officeDocument/2006/relationships/image" Target="../media/image113.png"/><Relationship Id="rId4" Type="http://schemas.openxmlformats.org/officeDocument/2006/relationships/customXml" Target="../ink/ink25.xml"/><Relationship Id="rId9" Type="http://schemas.openxmlformats.org/officeDocument/2006/relationships/image" Target="../media/image102.png"/><Relationship Id="rId14" Type="http://schemas.openxmlformats.org/officeDocument/2006/relationships/customXml" Target="../ink/ink30.xml"/><Relationship Id="rId22" Type="http://schemas.openxmlformats.org/officeDocument/2006/relationships/customXml" Target="../ink/ink34.xml"/><Relationship Id="rId27" Type="http://schemas.openxmlformats.org/officeDocument/2006/relationships/image" Target="../media/image111.png"/><Relationship Id="rId30" Type="http://schemas.openxmlformats.org/officeDocument/2006/relationships/customXml" Target="../ink/ink38.xml"/><Relationship Id="rId35" Type="http://schemas.openxmlformats.org/officeDocument/2006/relationships/image" Target="../media/image115.png"/><Relationship Id="rId8" Type="http://schemas.openxmlformats.org/officeDocument/2006/relationships/customXml" Target="../ink/ink27.xml"/><Relationship Id="rId3" Type="http://schemas.openxmlformats.org/officeDocument/2006/relationships/image" Target="../media/image9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4354AC-4276-5C27-2BEB-96DE5BD23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119" y="2141003"/>
            <a:ext cx="727710" cy="5740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581058-D360-7D73-B31C-0363CD1FC325}"/>
                  </a:ext>
                </a:extLst>
              </p:cNvPr>
              <p:cNvSpPr txBox="1"/>
              <p:nvPr/>
            </p:nvSpPr>
            <p:spPr>
              <a:xfrm>
                <a:off x="2194210" y="2707682"/>
                <a:ext cx="11391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image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581058-D360-7D73-B31C-0363CD1F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210" y="2707682"/>
                <a:ext cx="1139190" cy="276999"/>
              </a:xfrm>
              <a:prstGeom prst="rect">
                <a:avLst/>
              </a:prstGeom>
              <a:blipFill>
                <a:blip r:embed="rId3"/>
                <a:stretch>
                  <a:fillRect l="-53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1CCAE5-0BDB-E101-43D5-EEAC41EA44B1}"/>
                  </a:ext>
                </a:extLst>
              </p:cNvPr>
              <p:cNvSpPr txBox="1"/>
              <p:nvPr/>
            </p:nvSpPr>
            <p:spPr>
              <a:xfrm>
                <a:off x="4036144" y="2282162"/>
                <a:ext cx="7720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acc>
                  </m:oMath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1CCAE5-0BDB-E101-43D5-EEAC41EA4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144" y="2282162"/>
                <a:ext cx="772076" cy="276999"/>
              </a:xfrm>
              <a:prstGeom prst="rect">
                <a:avLst/>
              </a:prstGeom>
              <a:blipFill>
                <a:blip r:embed="rId4"/>
                <a:stretch>
                  <a:fillRect r="-1732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36DD2A-240C-17A3-1BE7-CF00362897B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3039829" y="2420662"/>
            <a:ext cx="996315" cy="7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E9EB36-C06B-9BF9-D167-CFEA21814EBA}"/>
              </a:ext>
            </a:extLst>
          </p:cNvPr>
          <p:cNvSpPr txBox="1"/>
          <p:nvPr/>
        </p:nvSpPr>
        <p:spPr>
          <a:xfrm>
            <a:off x="3050198" y="2131539"/>
            <a:ext cx="97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325949-EBCA-3E38-CF45-6DCDE198D512}"/>
              </a:ext>
            </a:extLst>
          </p:cNvPr>
          <p:cNvSpPr/>
          <p:nvPr/>
        </p:nvSpPr>
        <p:spPr>
          <a:xfrm>
            <a:off x="4610100" y="3009996"/>
            <a:ext cx="1844930" cy="113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437E83-D2F0-1D6B-FEAB-77701C9FD722}"/>
                  </a:ext>
                </a:extLst>
              </p:cNvPr>
              <p:cNvSpPr txBox="1"/>
              <p:nvPr/>
            </p:nvSpPr>
            <p:spPr>
              <a:xfrm>
                <a:off x="5492792" y="2719805"/>
                <a:ext cx="12064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</m:d>
                  </m:oMath>
                </a14:m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437E83-D2F0-1D6B-FEAB-77701C9FD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792" y="2719805"/>
                <a:ext cx="1206416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CCEECCA3-F822-BD39-A5A4-3525232BF857}"/>
              </a:ext>
            </a:extLst>
          </p:cNvPr>
          <p:cNvSpPr/>
          <p:nvPr/>
        </p:nvSpPr>
        <p:spPr>
          <a:xfrm>
            <a:off x="5668052" y="2049780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E58F9D6-5B8A-1267-B32B-2F50B14EF7F4}"/>
              </a:ext>
            </a:extLst>
          </p:cNvPr>
          <p:cNvSpPr/>
          <p:nvPr/>
        </p:nvSpPr>
        <p:spPr>
          <a:xfrm>
            <a:off x="6258803" y="2316213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D8E97F3-3823-981B-646B-3068F4922724}"/>
              </a:ext>
            </a:extLst>
          </p:cNvPr>
          <p:cNvSpPr/>
          <p:nvPr/>
        </p:nvSpPr>
        <p:spPr>
          <a:xfrm>
            <a:off x="5736632" y="2582645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106999A-C9ED-6546-C073-437608983D76}"/>
              </a:ext>
            </a:extLst>
          </p:cNvPr>
          <p:cNvSpPr/>
          <p:nvPr/>
        </p:nvSpPr>
        <p:spPr>
          <a:xfrm>
            <a:off x="5963427" y="2247632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330B716-0357-35F3-87E2-E7A5F3862E02}"/>
              </a:ext>
            </a:extLst>
          </p:cNvPr>
          <p:cNvCxnSpPr>
            <a:stCxn id="35" idx="4"/>
            <a:endCxn id="37" idx="0"/>
          </p:cNvCxnSpPr>
          <p:nvPr/>
        </p:nvCxnSpPr>
        <p:spPr>
          <a:xfrm>
            <a:off x="5736632" y="2186940"/>
            <a:ext cx="68580" cy="3957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696911-2883-34C1-2F53-F2B343817C94}"/>
              </a:ext>
            </a:extLst>
          </p:cNvPr>
          <p:cNvCxnSpPr>
            <a:cxnSpLocks/>
            <a:stCxn id="36" idx="3"/>
            <a:endCxn id="37" idx="6"/>
          </p:cNvCxnSpPr>
          <p:nvPr/>
        </p:nvCxnSpPr>
        <p:spPr>
          <a:xfrm flipH="1">
            <a:off x="5873792" y="2433286"/>
            <a:ext cx="405098" cy="217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121232C-94AC-63FC-F1D9-77CF3B7EEB25}"/>
              </a:ext>
            </a:extLst>
          </p:cNvPr>
          <p:cNvCxnSpPr>
            <a:cxnSpLocks/>
            <a:stCxn id="36" idx="1"/>
            <a:endCxn id="38" idx="4"/>
          </p:cNvCxnSpPr>
          <p:nvPr/>
        </p:nvCxnSpPr>
        <p:spPr>
          <a:xfrm flipH="1">
            <a:off x="6032007" y="2336300"/>
            <a:ext cx="246883" cy="48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95DE43-ECCA-CC47-8B19-18EA92D986CA}"/>
              </a:ext>
            </a:extLst>
          </p:cNvPr>
          <p:cNvCxnSpPr>
            <a:cxnSpLocks/>
            <a:stCxn id="38" idx="2"/>
            <a:endCxn id="35" idx="6"/>
          </p:cNvCxnSpPr>
          <p:nvPr/>
        </p:nvCxnSpPr>
        <p:spPr>
          <a:xfrm flipH="1" flipV="1">
            <a:off x="5805212" y="2118360"/>
            <a:ext cx="158215" cy="197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8398BC2-0EFC-4B04-FEB4-5DAF95CAD26E}"/>
              </a:ext>
            </a:extLst>
          </p:cNvPr>
          <p:cNvCxnSpPr>
            <a:cxnSpLocks/>
            <a:stCxn id="38" idx="3"/>
            <a:endCxn id="37" idx="7"/>
          </p:cNvCxnSpPr>
          <p:nvPr/>
        </p:nvCxnSpPr>
        <p:spPr>
          <a:xfrm flipH="1">
            <a:off x="5853705" y="2364705"/>
            <a:ext cx="129809" cy="238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9D223F-1124-9953-504B-1BD0BC0473CE}"/>
              </a:ext>
            </a:extLst>
          </p:cNvPr>
          <p:cNvCxnSpPr/>
          <p:nvPr/>
        </p:nvCxnSpPr>
        <p:spPr>
          <a:xfrm>
            <a:off x="4731745" y="2432785"/>
            <a:ext cx="829627" cy="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9065E32-B239-7035-F4F6-1B7C640212EC}"/>
              </a:ext>
            </a:extLst>
          </p:cNvPr>
          <p:cNvSpPr txBox="1"/>
          <p:nvPr/>
        </p:nvSpPr>
        <p:spPr>
          <a:xfrm>
            <a:off x="4780238" y="2131539"/>
            <a:ext cx="915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6159AC-3423-24DE-A71F-28C1139EBB57}"/>
              </a:ext>
            </a:extLst>
          </p:cNvPr>
          <p:cNvSpPr txBox="1"/>
          <p:nvPr/>
        </p:nvSpPr>
        <p:spPr>
          <a:xfrm>
            <a:off x="4533863" y="4153304"/>
            <a:ext cx="1896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quantum – classical Lanczos algorithm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omputer Quantum Technology Line Icon Vector Illustration Stock  Illustration - Illustration of security, icon: 346928069">
            <a:extLst>
              <a:ext uri="{FF2B5EF4-FFF2-40B4-BE49-F238E27FC236}">
                <a16:creationId xmlns:a16="http://schemas.microsoft.com/office/drawing/2014/main" id="{3CEC26AF-F88D-3072-DD0E-DF13AA241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5" t="10332" r="21646" b="11310"/>
          <a:stretch/>
        </p:blipFill>
        <p:spPr bwMode="auto">
          <a:xfrm>
            <a:off x="4731546" y="3136922"/>
            <a:ext cx="449159" cy="63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ip - Free computer icons">
            <a:extLst>
              <a:ext uri="{FF2B5EF4-FFF2-40B4-BE49-F238E27FC236}">
                <a16:creationId xmlns:a16="http://schemas.microsoft.com/office/drawing/2014/main" id="{FAA7DF5A-40B1-D190-85E2-798FAB2F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110" y="3194269"/>
            <a:ext cx="521970" cy="52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0170DF2-806D-823E-9D9E-5A82CDD10532}"/>
              </a:ext>
            </a:extLst>
          </p:cNvPr>
          <p:cNvSpPr txBox="1"/>
          <p:nvPr/>
        </p:nvSpPr>
        <p:spPr>
          <a:xfrm>
            <a:off x="4580106" y="3682661"/>
            <a:ext cx="1070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A202A0-6255-D5B8-C70C-FECFBFB9FCBF}"/>
              </a:ext>
            </a:extLst>
          </p:cNvPr>
          <p:cNvSpPr txBox="1"/>
          <p:nvPr/>
        </p:nvSpPr>
        <p:spPr>
          <a:xfrm>
            <a:off x="5678530" y="3691639"/>
            <a:ext cx="766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computer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BFEFCC-763D-DDDC-F653-5938D92943EE}"/>
              </a:ext>
            </a:extLst>
          </p:cNvPr>
          <p:cNvSpPr/>
          <p:nvPr/>
        </p:nvSpPr>
        <p:spPr>
          <a:xfrm>
            <a:off x="5164704" y="3399061"/>
            <a:ext cx="151088" cy="1646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750D520-1726-3052-917B-40CE213F985A}"/>
              </a:ext>
            </a:extLst>
          </p:cNvPr>
          <p:cNvSpPr/>
          <p:nvPr/>
        </p:nvSpPr>
        <p:spPr>
          <a:xfrm>
            <a:off x="5613863" y="3395660"/>
            <a:ext cx="151088" cy="171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D5E615E4-1F0E-6C92-52E6-B7284102B2AC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5400000" flipH="1" flipV="1">
            <a:off x="5463127" y="3172782"/>
            <a:ext cx="3401" cy="449159"/>
          </a:xfrm>
          <a:prstGeom prst="curvedConnector3">
            <a:avLst>
              <a:gd name="adj1" fmla="val 56312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2A56D68B-07C2-A1FF-3EFD-701F0BDF41C2}"/>
              </a:ext>
            </a:extLst>
          </p:cNvPr>
          <p:cNvCxnSpPr>
            <a:cxnSpLocks/>
            <a:stCxn id="50" idx="2"/>
            <a:endCxn id="49" idx="2"/>
          </p:cNvCxnSpPr>
          <p:nvPr/>
        </p:nvCxnSpPr>
        <p:spPr>
          <a:xfrm rot="5400000" flipH="1">
            <a:off x="5463126" y="3340851"/>
            <a:ext cx="3403" cy="449159"/>
          </a:xfrm>
          <a:prstGeom prst="curvedConnector3">
            <a:avLst>
              <a:gd name="adj1" fmla="val -41285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: Elbow 1034">
            <a:extLst>
              <a:ext uri="{FF2B5EF4-FFF2-40B4-BE49-F238E27FC236}">
                <a16:creationId xmlns:a16="http://schemas.microsoft.com/office/drawing/2014/main" id="{F674891A-29AD-DF75-0D98-FAF6655B1DA6}"/>
              </a:ext>
            </a:extLst>
          </p:cNvPr>
          <p:cNvCxnSpPr>
            <a:cxnSpLocks/>
            <a:stCxn id="36" idx="6"/>
            <a:endCxn id="33" idx="3"/>
          </p:cNvCxnSpPr>
          <p:nvPr/>
        </p:nvCxnSpPr>
        <p:spPr>
          <a:xfrm>
            <a:off x="6395963" y="2384793"/>
            <a:ext cx="59067" cy="1192368"/>
          </a:xfrm>
          <a:prstGeom prst="bentConnector3">
            <a:avLst>
              <a:gd name="adj1" fmla="val 4870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314167D9-2F19-ABC7-2FA7-21EF040C08F1}"/>
                  </a:ext>
                </a:extLst>
              </p:cNvPr>
              <p:cNvSpPr txBox="1"/>
              <p:nvPr/>
            </p:nvSpPr>
            <p:spPr>
              <a:xfrm>
                <a:off x="3333400" y="3347379"/>
                <a:ext cx="10177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smallest eigen-vectors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314167D9-2F19-ABC7-2FA7-21EF040C0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400" y="3347379"/>
                <a:ext cx="1017784" cy="461665"/>
              </a:xfrm>
              <a:prstGeom prst="rect">
                <a:avLst/>
              </a:prstGeom>
              <a:blipFill>
                <a:blip r:embed="rId8"/>
                <a:stretch>
                  <a:fillRect l="-59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DB6AD74B-E90F-07A0-286B-52148695ECCD}"/>
              </a:ext>
            </a:extLst>
          </p:cNvPr>
          <p:cNvCxnSpPr>
            <a:cxnSpLocks/>
            <a:stCxn id="33" idx="1"/>
            <a:endCxn id="1036" idx="3"/>
          </p:cNvCxnSpPr>
          <p:nvPr/>
        </p:nvCxnSpPr>
        <p:spPr>
          <a:xfrm flipH="1">
            <a:off x="4351184" y="3577161"/>
            <a:ext cx="258916" cy="1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ED14E97A-92E5-773E-BF9C-5D002A43F51B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488" y="3288871"/>
            <a:ext cx="727710" cy="576580"/>
          </a:xfrm>
          <a:prstGeom prst="rect">
            <a:avLst/>
          </a:prstGeom>
          <a:noFill/>
        </p:spPr>
      </p:pic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CFF06BFA-2188-B062-9A85-1D442E08E2C3}"/>
              </a:ext>
            </a:extLst>
          </p:cNvPr>
          <p:cNvCxnSpPr>
            <a:cxnSpLocks/>
            <a:stCxn id="1036" idx="1"/>
            <a:endCxn id="1042" idx="3"/>
          </p:cNvCxnSpPr>
          <p:nvPr/>
        </p:nvCxnSpPr>
        <p:spPr>
          <a:xfrm flipH="1" flipV="1">
            <a:off x="3050198" y="3577161"/>
            <a:ext cx="283202" cy="1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6" name="TextBox 1055">
            <a:extLst>
              <a:ext uri="{FF2B5EF4-FFF2-40B4-BE49-F238E27FC236}">
                <a16:creationId xmlns:a16="http://schemas.microsoft.com/office/drawing/2014/main" id="{64188AFB-C4B3-DF5E-1476-A9709A10C405}"/>
              </a:ext>
            </a:extLst>
          </p:cNvPr>
          <p:cNvSpPr txBox="1"/>
          <p:nvPr/>
        </p:nvSpPr>
        <p:spPr>
          <a:xfrm>
            <a:off x="2202707" y="3867327"/>
            <a:ext cx="2002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segmented image</a:t>
            </a:r>
          </a:p>
        </p:txBody>
      </p:sp>
    </p:spTree>
    <p:extLst>
      <p:ext uri="{BB962C8B-B14F-4D97-AF65-F5344CB8AC3E}">
        <p14:creationId xmlns:p14="http://schemas.microsoft.com/office/powerpoint/2010/main" val="4049545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lane in the sky&#10;&#10;Description automatically generated">
            <a:extLst>
              <a:ext uri="{FF2B5EF4-FFF2-40B4-BE49-F238E27FC236}">
                <a16:creationId xmlns:a16="http://schemas.microsoft.com/office/drawing/2014/main" id="{57DFB0A5-E82E-FC33-202E-9ECCBFAB0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817" y="2495549"/>
            <a:ext cx="3068732" cy="2031998"/>
          </a:xfrm>
        </p:spPr>
      </p:pic>
      <p:pic>
        <p:nvPicPr>
          <p:cNvPr id="7" name="Picture 6" descr="A red bird flying over a white bird&#10;&#10;Description automatically generated">
            <a:extLst>
              <a:ext uri="{FF2B5EF4-FFF2-40B4-BE49-F238E27FC236}">
                <a16:creationId xmlns:a16="http://schemas.microsoft.com/office/drawing/2014/main" id="{96376F43-C8A2-94C6-4BA6-34A46E2D3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887" y="2495549"/>
            <a:ext cx="3054910" cy="2031999"/>
          </a:xfrm>
          <a:prstGeom prst="rect">
            <a:avLst/>
          </a:prstGeom>
        </p:spPr>
      </p:pic>
      <p:pic>
        <p:nvPicPr>
          <p:cNvPr id="9" name="Picture 8" descr="A colorful image of a plane&#10;&#10;Description automatically generated with medium confidence">
            <a:extLst>
              <a:ext uri="{FF2B5EF4-FFF2-40B4-BE49-F238E27FC236}">
                <a16:creationId xmlns:a16="http://schemas.microsoft.com/office/drawing/2014/main" id="{AE9CFF2B-2D3B-1C91-7CED-8AADA772D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481" y="2495550"/>
            <a:ext cx="3068730" cy="2031997"/>
          </a:xfrm>
          <a:prstGeom prst="rect">
            <a:avLst/>
          </a:prstGeom>
        </p:spPr>
      </p:pic>
      <p:pic>
        <p:nvPicPr>
          <p:cNvPr id="11" name="Picture 10" descr="A bird sitting on a branch&#10;&#10;Description automatically generated">
            <a:extLst>
              <a:ext uri="{FF2B5EF4-FFF2-40B4-BE49-F238E27FC236}">
                <a16:creationId xmlns:a16="http://schemas.microsoft.com/office/drawing/2014/main" id="{3A5F9DCB-AFD2-CBC7-59C5-443B84454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2495550"/>
            <a:ext cx="3052113" cy="2032000"/>
          </a:xfrm>
          <a:prstGeom prst="rect">
            <a:avLst/>
          </a:prstGeom>
        </p:spPr>
      </p:pic>
      <p:pic>
        <p:nvPicPr>
          <p:cNvPr id="13" name="Picture 12" descr="A person walking next to a plane&#10;&#10;Description automatically generated">
            <a:extLst>
              <a:ext uri="{FF2B5EF4-FFF2-40B4-BE49-F238E27FC236}">
                <a16:creationId xmlns:a16="http://schemas.microsoft.com/office/drawing/2014/main" id="{C1DCBAAF-84F9-2CE2-4E6F-D010AA71E4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211" y="381000"/>
            <a:ext cx="3048000" cy="2032000"/>
          </a:xfrm>
          <a:prstGeom prst="rect">
            <a:avLst/>
          </a:prstGeom>
        </p:spPr>
      </p:pic>
      <p:pic>
        <p:nvPicPr>
          <p:cNvPr id="15" name="Picture 14" descr="A plane flying in the sky&#10;&#10;Description automatically generated">
            <a:extLst>
              <a:ext uri="{FF2B5EF4-FFF2-40B4-BE49-F238E27FC236}">
                <a16:creationId xmlns:a16="http://schemas.microsoft.com/office/drawing/2014/main" id="{D66D05DD-9BA5-4604-EA23-908CE9A3BA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49" y="381000"/>
            <a:ext cx="3048000" cy="2032000"/>
          </a:xfrm>
          <a:prstGeom prst="rect">
            <a:avLst/>
          </a:prstGeom>
        </p:spPr>
      </p:pic>
      <p:pic>
        <p:nvPicPr>
          <p:cNvPr id="17" name="Picture 16" descr="A bird on a branch&#10;&#10;Description automatically generated">
            <a:extLst>
              <a:ext uri="{FF2B5EF4-FFF2-40B4-BE49-F238E27FC236}">
                <a16:creationId xmlns:a16="http://schemas.microsoft.com/office/drawing/2014/main" id="{706D0AD8-18E5-3C41-F78B-8CB83AE4F2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381000"/>
            <a:ext cx="3048000" cy="2032000"/>
          </a:xfrm>
          <a:prstGeom prst="rect">
            <a:avLst/>
          </a:prstGeom>
        </p:spPr>
      </p:pic>
      <p:pic>
        <p:nvPicPr>
          <p:cNvPr id="19" name="Picture 18" descr="A bird flying with another bird&#10;&#10;Description automatically generated">
            <a:extLst>
              <a:ext uri="{FF2B5EF4-FFF2-40B4-BE49-F238E27FC236}">
                <a16:creationId xmlns:a16="http://schemas.microsoft.com/office/drawing/2014/main" id="{B3371CF0-29C3-29BC-CC67-EACBA82CA3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887" y="381000"/>
            <a:ext cx="3048000" cy="2032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53F0280-3EC9-872C-9D05-659F3BCDFFBB}"/>
              </a:ext>
            </a:extLst>
          </p:cNvPr>
          <p:cNvSpPr txBox="1"/>
          <p:nvPr/>
        </p:nvSpPr>
        <p:spPr>
          <a:xfrm>
            <a:off x="276225" y="46101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1EFDC3-737B-4D79-D972-C44C74C0FE42}"/>
              </a:ext>
            </a:extLst>
          </p:cNvPr>
          <p:cNvSpPr txBox="1"/>
          <p:nvPr/>
        </p:nvSpPr>
        <p:spPr>
          <a:xfrm>
            <a:off x="3396887" y="46101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74262-8387-FA01-5DD3-692EE93132F7}"/>
              </a:ext>
            </a:extLst>
          </p:cNvPr>
          <p:cNvSpPr txBox="1"/>
          <p:nvPr/>
        </p:nvSpPr>
        <p:spPr>
          <a:xfrm>
            <a:off x="6496817" y="4610100"/>
            <a:ext cx="306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C1CF5-B4D5-EE06-2BFE-6B2AD24D0623}"/>
              </a:ext>
            </a:extLst>
          </p:cNvPr>
          <p:cNvSpPr txBox="1"/>
          <p:nvPr/>
        </p:nvSpPr>
        <p:spPr>
          <a:xfrm>
            <a:off x="9638211" y="46101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35661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AFA462-D92F-3A31-8C39-2F47A3E73269}"/>
              </a:ext>
            </a:extLst>
          </p:cNvPr>
          <p:cNvCxnSpPr>
            <a:cxnSpLocks/>
          </p:cNvCxnSpPr>
          <p:nvPr/>
        </p:nvCxnSpPr>
        <p:spPr>
          <a:xfrm flipV="1">
            <a:off x="3794311" y="605406"/>
            <a:ext cx="0" cy="732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412F07-ED5F-42F6-28F1-8B8D19A5FBD2}"/>
              </a:ext>
            </a:extLst>
          </p:cNvPr>
          <p:cNvCxnSpPr>
            <a:cxnSpLocks/>
          </p:cNvCxnSpPr>
          <p:nvPr/>
        </p:nvCxnSpPr>
        <p:spPr>
          <a:xfrm>
            <a:off x="2624610" y="57487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10F0C2-6226-B717-C8AD-521F29295C76}"/>
              </a:ext>
            </a:extLst>
          </p:cNvPr>
          <p:cNvCxnSpPr>
            <a:cxnSpLocks/>
          </p:cNvCxnSpPr>
          <p:nvPr/>
        </p:nvCxnSpPr>
        <p:spPr>
          <a:xfrm>
            <a:off x="2624610" y="91005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DB2430-83C2-2725-89F4-EF79A2FFD5A3}"/>
              </a:ext>
            </a:extLst>
          </p:cNvPr>
          <p:cNvCxnSpPr>
            <a:cxnSpLocks/>
          </p:cNvCxnSpPr>
          <p:nvPr/>
        </p:nvCxnSpPr>
        <p:spPr>
          <a:xfrm>
            <a:off x="2617811" y="124523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8B6E4B-0894-290A-E0CF-133FC64D394E}"/>
                  </a:ext>
                </a:extLst>
              </p:cNvPr>
              <p:cNvSpPr/>
              <p:nvPr/>
            </p:nvSpPr>
            <p:spPr>
              <a:xfrm>
                <a:off x="2747795" y="44044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8B6E4B-0894-290A-E0CF-133FC64D39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5" y="440447"/>
                <a:ext cx="259568" cy="2688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7A6DB83D-F32F-B97E-E54D-40D65A0FE6F4}"/>
              </a:ext>
            </a:extLst>
          </p:cNvPr>
          <p:cNvSpPr/>
          <p:nvPr/>
        </p:nvSpPr>
        <p:spPr>
          <a:xfrm>
            <a:off x="3760571" y="537926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249E1F-8485-17DA-B451-65F6CE3DE26A}"/>
                  </a:ext>
                </a:extLst>
              </p:cNvPr>
              <p:cNvSpPr txBox="1"/>
              <p:nvPr/>
            </p:nvSpPr>
            <p:spPr>
              <a:xfrm>
                <a:off x="3689566" y="2194619"/>
                <a:ext cx="77314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CSWAP</m:t>
                      </m:r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249E1F-8485-17DA-B451-65F6CE3D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66" y="2194619"/>
                <a:ext cx="773143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FECBE3-1A4F-6BFD-7C33-8C55DEF9FA50}"/>
                  </a:ext>
                </a:extLst>
              </p:cNvPr>
              <p:cNvSpPr txBox="1"/>
              <p:nvPr/>
            </p:nvSpPr>
            <p:spPr>
              <a:xfrm>
                <a:off x="2320386" y="793765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FECBE3-1A4F-6BFD-7C33-8C55DEF9F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386" y="793765"/>
                <a:ext cx="256480" cy="215444"/>
              </a:xfrm>
              <a:prstGeom prst="rect">
                <a:avLst/>
              </a:prstGeom>
              <a:blipFill>
                <a:blip r:embed="rId4"/>
                <a:stretch>
                  <a:fillRect l="-22727" t="-5556" r="-18182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0EC3B8-30F6-CC37-CF2F-ED77B48C865C}"/>
                  </a:ext>
                </a:extLst>
              </p:cNvPr>
              <p:cNvSpPr/>
              <p:nvPr/>
            </p:nvSpPr>
            <p:spPr>
              <a:xfrm>
                <a:off x="2751404" y="778848"/>
                <a:ext cx="834256" cy="567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0EC3B8-30F6-CC37-CF2F-ED77B48C8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404" y="778848"/>
                <a:ext cx="834256" cy="567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9AD7D8-B664-8257-C38B-08CDA56E780A}"/>
              </a:ext>
            </a:extLst>
          </p:cNvPr>
          <p:cNvCxnSpPr>
            <a:cxnSpLocks/>
          </p:cNvCxnSpPr>
          <p:nvPr/>
        </p:nvCxnSpPr>
        <p:spPr>
          <a:xfrm>
            <a:off x="2617811" y="1985223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DFC5BF3-DAA7-32B2-7C6E-76EEDD7EEA77}"/>
                  </a:ext>
                </a:extLst>
              </p:cNvPr>
              <p:cNvSpPr/>
              <p:nvPr/>
            </p:nvSpPr>
            <p:spPr>
              <a:xfrm>
                <a:off x="2751404" y="1598314"/>
                <a:ext cx="834256" cy="549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DFC5BF3-DAA7-32B2-7C6E-76EEDD7EE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404" y="1598314"/>
                <a:ext cx="834256" cy="549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FC3EFA-FCEE-1FE1-C7FC-621E771EB511}"/>
                  </a:ext>
                </a:extLst>
              </p:cNvPr>
              <p:cNvSpPr txBox="1"/>
              <p:nvPr/>
            </p:nvSpPr>
            <p:spPr>
              <a:xfrm>
                <a:off x="3122045" y="1350250"/>
                <a:ext cx="92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FC3EFA-FCEE-1FE1-C7FC-621E771EB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045" y="1350250"/>
                <a:ext cx="92974" cy="215444"/>
              </a:xfrm>
              <a:prstGeom prst="rect">
                <a:avLst/>
              </a:prstGeom>
              <a:blipFill>
                <a:blip r:embed="rId7"/>
                <a:stretch>
                  <a:fillRect l="-37500" r="-5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B9580B-8174-E8D3-FB77-4742718319BE}"/>
                  </a:ext>
                </a:extLst>
              </p:cNvPr>
              <p:cNvSpPr txBox="1"/>
              <p:nvPr/>
            </p:nvSpPr>
            <p:spPr>
              <a:xfrm>
                <a:off x="3621622" y="716821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B9580B-8174-E8D3-FB77-47427183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622" y="716821"/>
                <a:ext cx="290512" cy="369332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4A0E5A6-4C11-7A2B-AF3F-9CD5A7780B87}"/>
              </a:ext>
            </a:extLst>
          </p:cNvPr>
          <p:cNvCxnSpPr>
            <a:cxnSpLocks/>
          </p:cNvCxnSpPr>
          <p:nvPr/>
        </p:nvCxnSpPr>
        <p:spPr>
          <a:xfrm flipV="1">
            <a:off x="3979614" y="605010"/>
            <a:ext cx="0" cy="827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F3FD8B9-F77A-706E-6E5B-7B2EB791278C}"/>
              </a:ext>
            </a:extLst>
          </p:cNvPr>
          <p:cNvSpPr/>
          <p:nvPr/>
        </p:nvSpPr>
        <p:spPr>
          <a:xfrm>
            <a:off x="3945874" y="537530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E301BF-26FC-DAD2-FA67-21157713B0D2}"/>
                  </a:ext>
                </a:extLst>
              </p:cNvPr>
              <p:cNvSpPr txBox="1"/>
              <p:nvPr/>
            </p:nvSpPr>
            <p:spPr>
              <a:xfrm>
                <a:off x="3806409" y="1052180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E301BF-26FC-DAD2-FA67-21157713B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09" y="1052180"/>
                <a:ext cx="290512" cy="369332"/>
              </a:xfrm>
              <a:prstGeom prst="rect">
                <a:avLst/>
              </a:prstGeom>
              <a:blipFill>
                <a:blip r:embed="rId9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E7D87C-8E7B-EFB1-CCD3-6587457B42A4}"/>
                  </a:ext>
                </a:extLst>
              </p:cNvPr>
              <p:cNvSpPr txBox="1"/>
              <p:nvPr/>
            </p:nvSpPr>
            <p:spPr>
              <a:xfrm>
                <a:off x="4086549" y="1345896"/>
                <a:ext cx="92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E7D87C-8E7B-EFB1-CCD3-6587457B4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49" y="1345896"/>
                <a:ext cx="92974" cy="215444"/>
              </a:xfrm>
              <a:prstGeom prst="rect">
                <a:avLst/>
              </a:prstGeom>
              <a:blipFill>
                <a:blip r:embed="rId10"/>
                <a:stretch>
                  <a:fillRect l="-33333" r="-33333"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ADA0F9-6277-99C1-9AA0-D847B4BD217F}"/>
              </a:ext>
            </a:extLst>
          </p:cNvPr>
          <p:cNvCxnSpPr>
            <a:cxnSpLocks/>
          </p:cNvCxnSpPr>
          <p:nvPr/>
        </p:nvCxnSpPr>
        <p:spPr>
          <a:xfrm>
            <a:off x="4233773" y="57649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71ED0C-DE3A-12C1-EF72-D3ED8BEA83DC}"/>
              </a:ext>
            </a:extLst>
          </p:cNvPr>
          <p:cNvCxnSpPr>
            <a:cxnSpLocks/>
          </p:cNvCxnSpPr>
          <p:nvPr/>
        </p:nvCxnSpPr>
        <p:spPr>
          <a:xfrm>
            <a:off x="4233773" y="91167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D71E6-302A-356A-1AB0-DC1B332BD923}"/>
              </a:ext>
            </a:extLst>
          </p:cNvPr>
          <p:cNvCxnSpPr>
            <a:cxnSpLocks/>
          </p:cNvCxnSpPr>
          <p:nvPr/>
        </p:nvCxnSpPr>
        <p:spPr>
          <a:xfrm>
            <a:off x="4233773" y="124685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D14F293-E6A5-39E1-4788-01802C6B36FE}"/>
              </a:ext>
            </a:extLst>
          </p:cNvPr>
          <p:cNvCxnSpPr>
            <a:cxnSpLocks/>
          </p:cNvCxnSpPr>
          <p:nvPr/>
        </p:nvCxnSpPr>
        <p:spPr>
          <a:xfrm>
            <a:off x="4233773" y="1986843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E23E4CD-55A5-F07C-9356-EC0DE98C213B}"/>
              </a:ext>
            </a:extLst>
          </p:cNvPr>
          <p:cNvCxnSpPr>
            <a:cxnSpLocks/>
          </p:cNvCxnSpPr>
          <p:nvPr/>
        </p:nvCxnSpPr>
        <p:spPr>
          <a:xfrm flipV="1">
            <a:off x="4340988" y="608376"/>
            <a:ext cx="0" cy="8844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B958B5C-6898-932B-FF7E-1AA524DCB3A8}"/>
              </a:ext>
            </a:extLst>
          </p:cNvPr>
          <p:cNvSpPr/>
          <p:nvPr/>
        </p:nvSpPr>
        <p:spPr>
          <a:xfrm>
            <a:off x="4307248" y="540896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DE74445-F2C7-873E-86DA-D5CAE1A1B1E5}"/>
              </a:ext>
            </a:extLst>
          </p:cNvPr>
          <p:cNvCxnSpPr>
            <a:cxnSpLocks/>
          </p:cNvCxnSpPr>
          <p:nvPr/>
        </p:nvCxnSpPr>
        <p:spPr>
          <a:xfrm flipV="1">
            <a:off x="4340988" y="1809126"/>
            <a:ext cx="0" cy="1812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5508D-553A-AFF8-A8F1-5D4B3BED1F23}"/>
                  </a:ext>
                </a:extLst>
              </p:cNvPr>
              <p:cNvSpPr txBox="1"/>
              <p:nvPr/>
            </p:nvSpPr>
            <p:spPr>
              <a:xfrm>
                <a:off x="4169995" y="1793537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35508D-553A-AFF8-A8F1-5D4B3BED1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995" y="1793537"/>
                <a:ext cx="290512" cy="369332"/>
              </a:xfrm>
              <a:prstGeom prst="rect">
                <a:avLst/>
              </a:prstGeom>
              <a:blipFill>
                <a:blip r:embed="rId11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AFC920A-EA65-F42F-5174-42032932990A}"/>
                  </a:ext>
                </a:extLst>
              </p:cNvPr>
              <p:cNvSpPr/>
              <p:nvPr/>
            </p:nvSpPr>
            <p:spPr>
              <a:xfrm>
                <a:off x="3689566" y="434364"/>
                <a:ext cx="765725" cy="17583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AFC920A-EA65-F42F-5174-4203293299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66" y="434364"/>
                <a:ext cx="765725" cy="17583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78D34D8-8D47-6EBD-23E1-83939BB37A33}"/>
              </a:ext>
            </a:extLst>
          </p:cNvPr>
          <p:cNvSpPr/>
          <p:nvPr/>
        </p:nvSpPr>
        <p:spPr>
          <a:xfrm>
            <a:off x="4815389" y="440447"/>
            <a:ext cx="254091" cy="2618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070AEDD-5F60-E53C-76A8-1CF9A11D4343}"/>
              </a:ext>
            </a:extLst>
          </p:cNvPr>
          <p:cNvSpPr/>
          <p:nvPr/>
        </p:nvSpPr>
        <p:spPr>
          <a:xfrm>
            <a:off x="4858489" y="552738"/>
            <a:ext cx="163490" cy="149606"/>
          </a:xfrm>
          <a:prstGeom prst="arc">
            <a:avLst>
              <a:gd name="adj1" fmla="val 10898327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1EB56D-92E3-0F05-37FC-F37A4BB06A8E}"/>
              </a:ext>
            </a:extLst>
          </p:cNvPr>
          <p:cNvCxnSpPr>
            <a:cxnSpLocks/>
          </p:cNvCxnSpPr>
          <p:nvPr/>
        </p:nvCxnSpPr>
        <p:spPr>
          <a:xfrm flipV="1">
            <a:off x="4918333" y="477602"/>
            <a:ext cx="102048" cy="16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F8C2BD-BC57-C3EC-72FE-CEF1C49FF71A}"/>
                  </a:ext>
                </a:extLst>
              </p:cNvPr>
              <p:cNvSpPr txBox="1"/>
              <p:nvPr/>
            </p:nvSpPr>
            <p:spPr>
              <a:xfrm>
                <a:off x="2320386" y="1122198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F8C2BD-BC57-C3EC-72FE-CEF1C49FF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386" y="1122198"/>
                <a:ext cx="256480" cy="215444"/>
              </a:xfrm>
              <a:prstGeom prst="rect">
                <a:avLst/>
              </a:prstGeom>
              <a:blipFill>
                <a:blip r:embed="rId13"/>
                <a:stretch>
                  <a:fillRect l="-22727" t="-5556" r="-18182" b="-277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E37189-957C-1300-814C-F8541075FBFB}"/>
                  </a:ext>
                </a:extLst>
              </p:cNvPr>
              <p:cNvSpPr txBox="1"/>
              <p:nvPr/>
            </p:nvSpPr>
            <p:spPr>
              <a:xfrm>
                <a:off x="2315684" y="463548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E37189-957C-1300-814C-F8541075F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84" y="463548"/>
                <a:ext cx="256480" cy="215444"/>
              </a:xfrm>
              <a:prstGeom prst="rect">
                <a:avLst/>
              </a:prstGeom>
              <a:blipFill>
                <a:blip r:embed="rId14"/>
                <a:stretch>
                  <a:fillRect l="-23810" r="-23810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917F51-26D7-905A-3921-851D326B5BC6}"/>
                  </a:ext>
                </a:extLst>
              </p:cNvPr>
              <p:cNvSpPr txBox="1"/>
              <p:nvPr/>
            </p:nvSpPr>
            <p:spPr>
              <a:xfrm>
                <a:off x="2315684" y="1870481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917F51-26D7-905A-3921-851D326B5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84" y="1870481"/>
                <a:ext cx="256480" cy="215444"/>
              </a:xfrm>
              <a:prstGeom prst="rect">
                <a:avLst/>
              </a:prstGeom>
              <a:blipFill>
                <a:blip r:embed="rId15"/>
                <a:stretch>
                  <a:fillRect l="-23810" t="-5556" r="-23810" b="-277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EACFF1E-026C-3DF9-03A2-DF7104E98B9A}"/>
                  </a:ext>
                </a:extLst>
              </p:cNvPr>
              <p:cNvSpPr/>
              <p:nvPr/>
            </p:nvSpPr>
            <p:spPr>
              <a:xfrm>
                <a:off x="4506193" y="43684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EACFF1E-026C-3DF9-03A2-DF7104E98B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193" y="436845"/>
                <a:ext cx="259568" cy="2688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7AA26E79-ADEE-41FA-D608-90BA2F8915F0}"/>
              </a:ext>
            </a:extLst>
          </p:cNvPr>
          <p:cNvSpPr/>
          <p:nvPr/>
        </p:nvSpPr>
        <p:spPr>
          <a:xfrm>
            <a:off x="2366798" y="2523249"/>
            <a:ext cx="4406982" cy="181150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34EC9C4-CB24-777F-5E9F-143EAA4E162C}"/>
              </a:ext>
            </a:extLst>
          </p:cNvPr>
          <p:cNvCxnSpPr>
            <a:cxnSpLocks/>
          </p:cNvCxnSpPr>
          <p:nvPr/>
        </p:nvCxnSpPr>
        <p:spPr>
          <a:xfrm>
            <a:off x="2689435" y="2839938"/>
            <a:ext cx="173357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F41EC75-7FE9-BF82-3847-5DEB3DBA7F8F}"/>
                  </a:ext>
                </a:extLst>
              </p:cNvPr>
              <p:cNvSpPr txBox="1"/>
              <p:nvPr/>
            </p:nvSpPr>
            <p:spPr>
              <a:xfrm>
                <a:off x="2333458" y="2686049"/>
                <a:ext cx="3559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vi-V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VN" sz="1400" i="1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F41EC75-7FE9-BF82-3847-5DEB3DBA7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58" y="2686049"/>
                <a:ext cx="355977" cy="307777"/>
              </a:xfrm>
              <a:prstGeom prst="rect">
                <a:avLst/>
              </a:prstGeom>
              <a:blipFill>
                <a:blip r:embed="rId17"/>
                <a:stretch>
                  <a:fillRect r="-13793" b="-8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892B769-9E2F-22B8-F541-298DFD35685B}"/>
                  </a:ext>
                </a:extLst>
              </p:cNvPr>
              <p:cNvSpPr/>
              <p:nvPr/>
            </p:nvSpPr>
            <p:spPr>
              <a:xfrm>
                <a:off x="2963274" y="2607712"/>
                <a:ext cx="739991" cy="48235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vi-V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vi-V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VN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892B769-9E2F-22B8-F541-298DFD356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274" y="2607712"/>
                <a:ext cx="739991" cy="482358"/>
              </a:xfrm>
              <a:prstGeom prst="rect">
                <a:avLst/>
              </a:prstGeom>
              <a:blipFill>
                <a:blip r:embed="rId18"/>
                <a:stretch>
                  <a:fillRect l="-49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605308-63D2-3D93-6D16-1EA92993A047}"/>
                  </a:ext>
                </a:extLst>
              </p:cNvPr>
              <p:cNvSpPr/>
              <p:nvPr/>
            </p:nvSpPr>
            <p:spPr>
              <a:xfrm>
                <a:off x="3783520" y="2598759"/>
                <a:ext cx="639488" cy="482358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vi-V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VN" sz="1400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605308-63D2-3D93-6D16-1EA92993A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520" y="2598759"/>
                <a:ext cx="639488" cy="482358"/>
              </a:xfrm>
              <a:prstGeom prst="rect">
                <a:avLst/>
              </a:prstGeom>
              <a:blipFill>
                <a:blip r:embed="rId19"/>
                <a:stretch>
                  <a:fillRect l="-5660"/>
                </a:stretch>
              </a:blipFill>
              <a:ln w="19050"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952F715-AA06-346B-D9FD-46CD9998B3D2}"/>
              </a:ext>
            </a:extLst>
          </p:cNvPr>
          <p:cNvCxnSpPr>
            <a:cxnSpLocks/>
          </p:cNvCxnSpPr>
          <p:nvPr/>
        </p:nvCxnSpPr>
        <p:spPr>
          <a:xfrm>
            <a:off x="2754829" y="2779264"/>
            <a:ext cx="86400" cy="1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80EA11-2B31-18E9-10DF-3C65FF2E0446}"/>
                  </a:ext>
                </a:extLst>
              </p:cNvPr>
              <p:cNvSpPr txBox="1"/>
              <p:nvPr/>
            </p:nvSpPr>
            <p:spPr>
              <a:xfrm>
                <a:off x="6083493" y="2695773"/>
                <a:ext cx="5539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VN" sz="1400" i="1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80EA11-2B31-18E9-10DF-3C65FF2E0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493" y="2695773"/>
                <a:ext cx="553931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88656C1-51D5-F159-972F-10A69E454154}"/>
                  </a:ext>
                </a:extLst>
              </p:cNvPr>
              <p:cNvSpPr txBox="1"/>
              <p:nvPr/>
            </p:nvSpPr>
            <p:spPr>
              <a:xfrm>
                <a:off x="2980444" y="3394656"/>
                <a:ext cx="705652" cy="32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VN" sz="1400" b="1" i="1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88656C1-51D5-F159-972F-10A69E454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44" y="3394656"/>
                <a:ext cx="705652" cy="3261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82FABA0-6538-D1AB-D1C6-1DF34B0F461B}"/>
              </a:ext>
            </a:extLst>
          </p:cNvPr>
          <p:cNvCxnSpPr>
            <a:cxnSpLocks/>
          </p:cNvCxnSpPr>
          <p:nvPr/>
        </p:nvCxnSpPr>
        <p:spPr>
          <a:xfrm flipH="1">
            <a:off x="5766142" y="3790527"/>
            <a:ext cx="4054" cy="23862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91135C3-85ED-FDF7-046C-C6EA470AA477}"/>
              </a:ext>
            </a:extLst>
          </p:cNvPr>
          <p:cNvCxnSpPr>
            <a:cxnSpLocks/>
          </p:cNvCxnSpPr>
          <p:nvPr/>
        </p:nvCxnSpPr>
        <p:spPr>
          <a:xfrm flipV="1">
            <a:off x="3333270" y="3090070"/>
            <a:ext cx="0" cy="304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D22D8-A633-3EB9-A079-892B7DFC55FD}"/>
                  </a:ext>
                </a:extLst>
              </p:cNvPr>
              <p:cNvSpPr txBox="1"/>
              <p:nvPr/>
            </p:nvSpPr>
            <p:spPr>
              <a:xfrm>
                <a:off x="5173731" y="3390739"/>
                <a:ext cx="12076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B4D22D8-A633-3EB9-A079-892B7DFC5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731" y="3390739"/>
                <a:ext cx="1207683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Diamond 71">
            <a:extLst>
              <a:ext uri="{FF2B5EF4-FFF2-40B4-BE49-F238E27FC236}">
                <a16:creationId xmlns:a16="http://schemas.microsoft.com/office/drawing/2014/main" id="{34BAAAC2-5FFE-86BE-0A4F-3339F9FAB8F9}"/>
              </a:ext>
            </a:extLst>
          </p:cNvPr>
          <p:cNvSpPr/>
          <p:nvPr/>
        </p:nvSpPr>
        <p:spPr>
          <a:xfrm>
            <a:off x="5106908" y="3309188"/>
            <a:ext cx="1326575" cy="481339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D94C030-3442-C3A8-38E5-A7E043D98D0B}"/>
                  </a:ext>
                </a:extLst>
              </p:cNvPr>
              <p:cNvSpPr txBox="1"/>
              <p:nvPr/>
            </p:nvSpPr>
            <p:spPr>
              <a:xfrm>
                <a:off x="5608163" y="4029151"/>
                <a:ext cx="3159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D94C030-3442-C3A8-38E5-A7E043D98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163" y="4029151"/>
                <a:ext cx="315958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6A9923C-A4C5-7644-2125-D0BA510629BC}"/>
                  </a:ext>
                </a:extLst>
              </p:cNvPr>
              <p:cNvSpPr txBox="1"/>
              <p:nvPr/>
            </p:nvSpPr>
            <p:spPr>
              <a:xfrm>
                <a:off x="5443956" y="2691827"/>
                <a:ext cx="36299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vi-VN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VN" sz="1400" i="1" dirty="0"/>
                  <a:t> 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6A9923C-A4C5-7644-2125-D0BA51062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956" y="2691827"/>
                <a:ext cx="36299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3614FD0-5CD1-7A74-94F5-B3CDB3879989}"/>
              </a:ext>
            </a:extLst>
          </p:cNvPr>
          <p:cNvCxnSpPr>
            <a:cxnSpLocks/>
          </p:cNvCxnSpPr>
          <p:nvPr/>
        </p:nvCxnSpPr>
        <p:spPr>
          <a:xfrm>
            <a:off x="4423008" y="2839938"/>
            <a:ext cx="1020948" cy="577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B52D5BA-2B63-4AF8-D982-F44A9243F55F}"/>
              </a:ext>
            </a:extLst>
          </p:cNvPr>
          <p:cNvSpPr txBox="1"/>
          <p:nvPr/>
        </p:nvSpPr>
        <p:spPr>
          <a:xfrm>
            <a:off x="2249197" y="2173215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71BB13D-F777-8F04-593E-C88FAF69320F}"/>
              </a:ext>
            </a:extLst>
          </p:cNvPr>
          <p:cNvSpPr txBox="1"/>
          <p:nvPr/>
        </p:nvSpPr>
        <p:spPr>
          <a:xfrm>
            <a:off x="4387555" y="2514024"/>
            <a:ext cx="1220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Elbow Connector 508">
            <a:extLst>
              <a:ext uri="{FF2B5EF4-FFF2-40B4-BE49-F238E27FC236}">
                <a16:creationId xmlns:a16="http://schemas.microsoft.com/office/drawing/2014/main" id="{ED2EBADE-B926-FE28-3DB2-09EC11352B83}"/>
              </a:ext>
            </a:extLst>
          </p:cNvPr>
          <p:cNvCxnSpPr>
            <a:cxnSpLocks/>
          </p:cNvCxnSpPr>
          <p:nvPr/>
        </p:nvCxnSpPr>
        <p:spPr>
          <a:xfrm flipH="1">
            <a:off x="6433483" y="2849662"/>
            <a:ext cx="203941" cy="700196"/>
          </a:xfrm>
          <a:prstGeom prst="bentConnector3">
            <a:avLst>
              <a:gd name="adj1" fmla="val -1120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DCD428A-4762-F48E-2155-2070B727B968}"/>
              </a:ext>
            </a:extLst>
          </p:cNvPr>
          <p:cNvCxnSpPr>
            <a:cxnSpLocks/>
          </p:cNvCxnSpPr>
          <p:nvPr/>
        </p:nvCxnSpPr>
        <p:spPr>
          <a:xfrm flipH="1">
            <a:off x="3686096" y="3549858"/>
            <a:ext cx="1420812" cy="788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76F7EA8-4CD0-7D2B-D6A1-9BE411B7DACE}"/>
              </a:ext>
            </a:extLst>
          </p:cNvPr>
          <p:cNvSpPr txBox="1"/>
          <p:nvPr/>
        </p:nvSpPr>
        <p:spPr>
          <a:xfrm>
            <a:off x="2233795" y="137195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E060EA1-38CE-C494-A755-41579917BE85}"/>
              </a:ext>
            </a:extLst>
          </p:cNvPr>
          <p:cNvCxnSpPr>
            <a:cxnSpLocks/>
          </p:cNvCxnSpPr>
          <p:nvPr/>
        </p:nvCxnSpPr>
        <p:spPr>
          <a:xfrm flipV="1">
            <a:off x="5766142" y="2849662"/>
            <a:ext cx="317351" cy="94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894402EE-96B2-0A4E-0FDE-93C16404333F}"/>
              </a:ext>
            </a:extLst>
          </p:cNvPr>
          <p:cNvSpPr txBox="1"/>
          <p:nvPr/>
        </p:nvSpPr>
        <p:spPr>
          <a:xfrm>
            <a:off x="4150587" y="3245947"/>
            <a:ext cx="96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D9CDC32-3688-D520-5DC4-D6C37320FE13}"/>
              </a:ext>
            </a:extLst>
          </p:cNvPr>
          <p:cNvSpPr txBox="1"/>
          <p:nvPr/>
        </p:nvSpPr>
        <p:spPr>
          <a:xfrm>
            <a:off x="5766142" y="3736062"/>
            <a:ext cx="96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2FBE7F0-0348-0F19-F5B9-7D3273F46437}"/>
              </a:ext>
            </a:extLst>
          </p:cNvPr>
          <p:cNvSpPr/>
          <p:nvPr/>
        </p:nvSpPr>
        <p:spPr>
          <a:xfrm>
            <a:off x="2706418" y="740390"/>
            <a:ext cx="936331" cy="145450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EE443E5-C357-B907-1B97-6FAFE9E6BA7E}"/>
              </a:ext>
            </a:extLst>
          </p:cNvPr>
          <p:cNvCxnSpPr>
            <a:cxnSpLocks/>
          </p:cNvCxnSpPr>
          <p:nvPr/>
        </p:nvCxnSpPr>
        <p:spPr>
          <a:xfrm>
            <a:off x="3174584" y="2194894"/>
            <a:ext cx="0" cy="319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D86F084-BE09-9D39-BFBC-0250C5D31ACE}"/>
              </a:ext>
            </a:extLst>
          </p:cNvPr>
          <p:cNvSpPr/>
          <p:nvPr/>
        </p:nvSpPr>
        <p:spPr>
          <a:xfrm>
            <a:off x="2366798" y="4722331"/>
            <a:ext cx="2448591" cy="181150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662BD4-4EEE-732E-9B23-9C97A7ED4F6D}"/>
              </a:ext>
            </a:extLst>
          </p:cNvPr>
          <p:cNvSpPr txBox="1"/>
          <p:nvPr/>
        </p:nvSpPr>
        <p:spPr>
          <a:xfrm>
            <a:off x="2249197" y="4372296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131F5A3-D96F-96A1-7FB7-EBA8A051476C}"/>
              </a:ext>
            </a:extLst>
          </p:cNvPr>
          <p:cNvCxnSpPr>
            <a:cxnSpLocks/>
          </p:cNvCxnSpPr>
          <p:nvPr/>
        </p:nvCxnSpPr>
        <p:spPr>
          <a:xfrm flipV="1">
            <a:off x="2676972" y="4981133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2F1456-4BBA-A070-25DE-D062D4682897}"/>
              </a:ext>
            </a:extLst>
          </p:cNvPr>
          <p:cNvCxnSpPr>
            <a:cxnSpLocks/>
          </p:cNvCxnSpPr>
          <p:nvPr/>
        </p:nvCxnSpPr>
        <p:spPr>
          <a:xfrm>
            <a:off x="2510162" y="495059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5E6BA2B-D3A7-6DB1-D456-55F3259F6393}"/>
              </a:ext>
            </a:extLst>
          </p:cNvPr>
          <p:cNvCxnSpPr>
            <a:cxnSpLocks/>
          </p:cNvCxnSpPr>
          <p:nvPr/>
        </p:nvCxnSpPr>
        <p:spPr>
          <a:xfrm>
            <a:off x="2510162" y="528577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9075A13-163E-90DA-AF95-450971D8AB66}"/>
              </a:ext>
            </a:extLst>
          </p:cNvPr>
          <p:cNvCxnSpPr>
            <a:cxnSpLocks/>
          </p:cNvCxnSpPr>
          <p:nvPr/>
        </p:nvCxnSpPr>
        <p:spPr>
          <a:xfrm>
            <a:off x="2503363" y="562095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62D164BF-5B95-A76B-6317-D69E8964AA3C}"/>
              </a:ext>
            </a:extLst>
          </p:cNvPr>
          <p:cNvSpPr/>
          <p:nvPr/>
        </p:nvSpPr>
        <p:spPr>
          <a:xfrm>
            <a:off x="2643232" y="4913653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41E82FC-19D8-EA50-4BA3-9FB0043838D8}"/>
              </a:ext>
            </a:extLst>
          </p:cNvPr>
          <p:cNvCxnSpPr>
            <a:cxnSpLocks/>
          </p:cNvCxnSpPr>
          <p:nvPr/>
        </p:nvCxnSpPr>
        <p:spPr>
          <a:xfrm>
            <a:off x="2503363" y="6161934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72DA3F2-4437-4AD5-5CFC-BF5D5CA64320}"/>
                  </a:ext>
                </a:extLst>
              </p:cNvPr>
              <p:cNvSpPr txBox="1"/>
              <p:nvPr/>
            </p:nvSpPr>
            <p:spPr>
              <a:xfrm>
                <a:off x="2504283" y="5092548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72DA3F2-4437-4AD5-5CFC-BF5D5CA64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283" y="5092548"/>
                <a:ext cx="290512" cy="369332"/>
              </a:xfrm>
              <a:prstGeom prst="rect">
                <a:avLst/>
              </a:prstGeom>
              <a:blipFill>
                <a:blip r:embed="rId25"/>
                <a:stretch>
                  <a:fillRect r="-1304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782570-522F-68DF-92ED-E46FAAADCE63}"/>
                  </a:ext>
                </a:extLst>
              </p:cNvPr>
              <p:cNvSpPr txBox="1"/>
              <p:nvPr/>
            </p:nvSpPr>
            <p:spPr>
              <a:xfrm>
                <a:off x="3022998" y="5770034"/>
                <a:ext cx="92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782570-522F-68DF-92ED-E46FAAAD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998" y="5770034"/>
                <a:ext cx="92974" cy="215444"/>
              </a:xfrm>
              <a:prstGeom prst="rect">
                <a:avLst/>
              </a:prstGeom>
              <a:blipFill>
                <a:blip r:embed="rId26"/>
                <a:stretch>
                  <a:fillRect l="-50000" r="-37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F60128D-7089-CF2B-0A3E-E218CBD1E223}"/>
              </a:ext>
            </a:extLst>
          </p:cNvPr>
          <p:cNvCxnSpPr>
            <a:cxnSpLocks/>
          </p:cNvCxnSpPr>
          <p:nvPr/>
        </p:nvCxnSpPr>
        <p:spPr>
          <a:xfrm>
            <a:off x="3152116" y="495953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7F971A9-19F0-01C8-6765-79ADB05CA5D0}"/>
              </a:ext>
            </a:extLst>
          </p:cNvPr>
          <p:cNvCxnSpPr>
            <a:cxnSpLocks/>
          </p:cNvCxnSpPr>
          <p:nvPr/>
        </p:nvCxnSpPr>
        <p:spPr>
          <a:xfrm>
            <a:off x="3152116" y="529471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599B04-33AD-824D-19B7-B5CB352E25B6}"/>
              </a:ext>
            </a:extLst>
          </p:cNvPr>
          <p:cNvCxnSpPr>
            <a:cxnSpLocks/>
          </p:cNvCxnSpPr>
          <p:nvPr/>
        </p:nvCxnSpPr>
        <p:spPr>
          <a:xfrm>
            <a:off x="3152116" y="562989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94ED693-D1A0-BFC3-FAF5-1FE9B5FFD63D}"/>
              </a:ext>
            </a:extLst>
          </p:cNvPr>
          <p:cNvCxnSpPr>
            <a:cxnSpLocks/>
          </p:cNvCxnSpPr>
          <p:nvPr/>
        </p:nvCxnSpPr>
        <p:spPr>
          <a:xfrm>
            <a:off x="3152116" y="6170870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1376CC4-5644-15F1-BB94-B3D6EEC21169}"/>
              </a:ext>
            </a:extLst>
          </p:cNvPr>
          <p:cNvCxnSpPr>
            <a:cxnSpLocks/>
          </p:cNvCxnSpPr>
          <p:nvPr/>
        </p:nvCxnSpPr>
        <p:spPr>
          <a:xfrm flipV="1">
            <a:off x="3309711" y="6001974"/>
            <a:ext cx="0" cy="1812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886CF43-2225-5F39-81D3-80DD0022ABB2}"/>
                  </a:ext>
                </a:extLst>
              </p:cNvPr>
              <p:cNvSpPr txBox="1"/>
              <p:nvPr/>
            </p:nvSpPr>
            <p:spPr>
              <a:xfrm>
                <a:off x="3138718" y="5986385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886CF43-2225-5F39-81D3-80DD0022A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718" y="5986385"/>
                <a:ext cx="290512" cy="369332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804F7CD-ACE4-B5C5-12A9-528D79E10137}"/>
                  </a:ext>
                </a:extLst>
              </p:cNvPr>
              <p:cNvSpPr/>
              <p:nvPr/>
            </p:nvSpPr>
            <p:spPr>
              <a:xfrm>
                <a:off x="3526671" y="482368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804F7CD-ACE4-B5C5-12A9-528D79E10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4823685"/>
                <a:ext cx="259568" cy="26884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96D3C33-FB72-0F78-5A17-79D37F68F20A}"/>
              </a:ext>
            </a:extLst>
          </p:cNvPr>
          <p:cNvCxnSpPr>
            <a:cxnSpLocks/>
          </p:cNvCxnSpPr>
          <p:nvPr/>
        </p:nvCxnSpPr>
        <p:spPr>
          <a:xfrm flipV="1">
            <a:off x="2861604" y="5325249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91B383B9-9124-4AA0-0B1C-0E2D0510F64B}"/>
              </a:ext>
            </a:extLst>
          </p:cNvPr>
          <p:cNvSpPr/>
          <p:nvPr/>
        </p:nvSpPr>
        <p:spPr>
          <a:xfrm>
            <a:off x="2827864" y="5257769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ED6D530-CC85-C7C2-A6DA-83526FA6FF76}"/>
                  </a:ext>
                </a:extLst>
              </p:cNvPr>
              <p:cNvSpPr txBox="1"/>
              <p:nvPr/>
            </p:nvSpPr>
            <p:spPr>
              <a:xfrm>
                <a:off x="2688915" y="5436664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ED6D530-CC85-C7C2-A6DA-83526FA6F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915" y="5436664"/>
                <a:ext cx="290512" cy="369332"/>
              </a:xfrm>
              <a:prstGeom prst="rect">
                <a:avLst/>
              </a:prstGeom>
              <a:blipFill>
                <a:blip r:embed="rId2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86E3D10-19E3-39F0-989D-57FD14112340}"/>
                  </a:ext>
                </a:extLst>
              </p:cNvPr>
              <p:cNvSpPr/>
              <p:nvPr/>
            </p:nvSpPr>
            <p:spPr>
              <a:xfrm>
                <a:off x="3810892" y="482368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86E3D10-19E3-39F0-989D-57FD14112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4823685"/>
                <a:ext cx="259568" cy="26884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FF9A1AC-9B55-F012-ED5A-8ADC3FCAB257}"/>
                  </a:ext>
                </a:extLst>
              </p:cNvPr>
              <p:cNvSpPr/>
              <p:nvPr/>
            </p:nvSpPr>
            <p:spPr>
              <a:xfrm>
                <a:off x="4094384" y="482565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FF9A1AC-9B55-F012-ED5A-8ADC3FCAB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4825658"/>
                <a:ext cx="259568" cy="26884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A76674B-954D-3B87-FF73-063E439EE1B0}"/>
                  </a:ext>
                </a:extLst>
              </p:cNvPr>
              <p:cNvSpPr/>
              <p:nvPr/>
            </p:nvSpPr>
            <p:spPr>
              <a:xfrm>
                <a:off x="3526671" y="515459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A76674B-954D-3B87-FF73-063E439EE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5154598"/>
                <a:ext cx="259568" cy="26884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8560C77-2B0C-F450-643C-0AC69E760057}"/>
                  </a:ext>
                </a:extLst>
              </p:cNvPr>
              <p:cNvSpPr/>
              <p:nvPr/>
            </p:nvSpPr>
            <p:spPr>
              <a:xfrm>
                <a:off x="3810892" y="515459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8560C77-2B0C-F450-643C-0AC69E760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5154598"/>
                <a:ext cx="259568" cy="26884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9668A0A-44A3-B824-6ACF-2E6AC5D1483A}"/>
                  </a:ext>
                </a:extLst>
              </p:cNvPr>
              <p:cNvSpPr/>
              <p:nvPr/>
            </p:nvSpPr>
            <p:spPr>
              <a:xfrm>
                <a:off x="4094384" y="5156571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9668A0A-44A3-B824-6ACF-2E6AC5D14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5156571"/>
                <a:ext cx="259568" cy="26884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3218381-41BA-90C7-ED82-C619138F8E42}"/>
                  </a:ext>
                </a:extLst>
              </p:cNvPr>
              <p:cNvSpPr/>
              <p:nvPr/>
            </p:nvSpPr>
            <p:spPr>
              <a:xfrm>
                <a:off x="3526671" y="549567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3218381-41BA-90C7-ED82-C619138F8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5495674"/>
                <a:ext cx="259568" cy="26884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74FC1A3-A3A6-22A7-45BE-EBD8E2DC64BD}"/>
                  </a:ext>
                </a:extLst>
              </p:cNvPr>
              <p:cNvSpPr/>
              <p:nvPr/>
            </p:nvSpPr>
            <p:spPr>
              <a:xfrm>
                <a:off x="3810892" y="549567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74FC1A3-A3A6-22A7-45BE-EBD8E2DC6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5495674"/>
                <a:ext cx="259568" cy="26884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C84E6D3A-B7FE-7F67-9DCC-4F2B45CACFA8}"/>
                  </a:ext>
                </a:extLst>
              </p:cNvPr>
              <p:cNvSpPr/>
              <p:nvPr/>
            </p:nvSpPr>
            <p:spPr>
              <a:xfrm>
                <a:off x="4094384" y="549764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C84E6D3A-B7FE-7F67-9DCC-4F2B45CAC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5497647"/>
                <a:ext cx="259568" cy="26884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2457A676-8361-66FD-E807-0AB119A340FD}"/>
                  </a:ext>
                </a:extLst>
              </p:cNvPr>
              <p:cNvSpPr/>
              <p:nvPr/>
            </p:nvSpPr>
            <p:spPr>
              <a:xfrm>
                <a:off x="3526671" y="6036649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2457A676-8361-66FD-E807-0AB119A34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6036649"/>
                <a:ext cx="259568" cy="26884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C50BE65-E93C-2E43-E06A-95B5C3D4E834}"/>
                  </a:ext>
                </a:extLst>
              </p:cNvPr>
              <p:cNvSpPr/>
              <p:nvPr/>
            </p:nvSpPr>
            <p:spPr>
              <a:xfrm>
                <a:off x="3810892" y="6036649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C50BE65-E93C-2E43-E06A-95B5C3D4E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6036649"/>
                <a:ext cx="259568" cy="26884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96D3B4C-E822-D1D5-DCC7-85A7E866284D}"/>
                  </a:ext>
                </a:extLst>
              </p:cNvPr>
              <p:cNvSpPr/>
              <p:nvPr/>
            </p:nvSpPr>
            <p:spPr>
              <a:xfrm>
                <a:off x="4094384" y="6038622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96D3B4C-E822-D1D5-DCC7-85A7E8662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6038622"/>
                <a:ext cx="259568" cy="26884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F8E3B728-555D-E3C8-0DDA-09D0B511A94E}"/>
              </a:ext>
            </a:extLst>
          </p:cNvPr>
          <p:cNvSpPr/>
          <p:nvPr/>
        </p:nvSpPr>
        <p:spPr>
          <a:xfrm>
            <a:off x="2894697" y="2574067"/>
            <a:ext cx="846419" cy="62147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198A88BD-56DF-8F9E-1E4D-F601641E2B6D}"/>
              </a:ext>
            </a:extLst>
          </p:cNvPr>
          <p:cNvCxnSpPr>
            <a:cxnSpLocks/>
          </p:cNvCxnSpPr>
          <p:nvPr/>
        </p:nvCxnSpPr>
        <p:spPr>
          <a:xfrm>
            <a:off x="3008009" y="3184547"/>
            <a:ext cx="0" cy="154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Double Bracket 126">
            <a:extLst>
              <a:ext uri="{FF2B5EF4-FFF2-40B4-BE49-F238E27FC236}">
                <a16:creationId xmlns:a16="http://schemas.microsoft.com/office/drawing/2014/main" id="{BF07E07B-F1A6-46CC-6BD3-8EE29664C96E}"/>
              </a:ext>
            </a:extLst>
          </p:cNvPr>
          <p:cNvSpPr/>
          <p:nvPr/>
        </p:nvSpPr>
        <p:spPr>
          <a:xfrm>
            <a:off x="2432723" y="4830288"/>
            <a:ext cx="2022568" cy="1559810"/>
          </a:xfrm>
          <a:prstGeom prst="bracketPair">
            <a:avLst>
              <a:gd name="adj" fmla="val 3330"/>
            </a:avLst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4BE1713-5E9A-A748-50F5-05DA93E08F90}"/>
                  </a:ext>
                </a:extLst>
              </p:cNvPr>
              <p:cNvSpPr txBox="1"/>
              <p:nvPr/>
            </p:nvSpPr>
            <p:spPr>
              <a:xfrm>
                <a:off x="4396502" y="6231161"/>
                <a:ext cx="4483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vi-VN" sz="14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VN" sz="1400" i="1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4BE1713-5E9A-A748-50F5-05DA93E08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502" y="6231161"/>
                <a:ext cx="448381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95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04509-0AE2-6E8D-4777-E001BD80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60D5F1-4D82-D4FE-2E7F-A11FE606566C}"/>
              </a:ext>
            </a:extLst>
          </p:cNvPr>
          <p:cNvCxnSpPr>
            <a:cxnSpLocks/>
          </p:cNvCxnSpPr>
          <p:nvPr/>
        </p:nvCxnSpPr>
        <p:spPr>
          <a:xfrm flipV="1">
            <a:off x="3794311" y="605406"/>
            <a:ext cx="0" cy="732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2C1306-1EA7-58D3-99D4-AB015FBF0C2F}"/>
              </a:ext>
            </a:extLst>
          </p:cNvPr>
          <p:cNvCxnSpPr>
            <a:cxnSpLocks/>
          </p:cNvCxnSpPr>
          <p:nvPr/>
        </p:nvCxnSpPr>
        <p:spPr>
          <a:xfrm>
            <a:off x="2624610" y="57487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583C24-CDEC-E6C5-F104-99B8E9B83397}"/>
              </a:ext>
            </a:extLst>
          </p:cNvPr>
          <p:cNvCxnSpPr>
            <a:cxnSpLocks/>
          </p:cNvCxnSpPr>
          <p:nvPr/>
        </p:nvCxnSpPr>
        <p:spPr>
          <a:xfrm>
            <a:off x="2624610" y="91005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6E1499-B46D-3232-08AD-AE535B9C6B75}"/>
              </a:ext>
            </a:extLst>
          </p:cNvPr>
          <p:cNvCxnSpPr>
            <a:cxnSpLocks/>
          </p:cNvCxnSpPr>
          <p:nvPr/>
        </p:nvCxnSpPr>
        <p:spPr>
          <a:xfrm>
            <a:off x="2617811" y="1245232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8C26B6-CFA4-4643-8F57-61C7F2592778}"/>
                  </a:ext>
                </a:extLst>
              </p:cNvPr>
              <p:cNvSpPr/>
              <p:nvPr/>
            </p:nvSpPr>
            <p:spPr>
              <a:xfrm>
                <a:off x="2747795" y="44044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8C26B6-CFA4-4643-8F57-61C7F2592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5" y="440447"/>
                <a:ext cx="259568" cy="2688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CC4BF901-334D-DA2E-3ECB-86D567679C1F}"/>
              </a:ext>
            </a:extLst>
          </p:cNvPr>
          <p:cNvSpPr/>
          <p:nvPr/>
        </p:nvSpPr>
        <p:spPr>
          <a:xfrm>
            <a:off x="3760571" y="537926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801101-01B0-1416-3D55-40FC97382087}"/>
                  </a:ext>
                </a:extLst>
              </p:cNvPr>
              <p:cNvSpPr txBox="1"/>
              <p:nvPr/>
            </p:nvSpPr>
            <p:spPr>
              <a:xfrm>
                <a:off x="3689566" y="2194619"/>
                <a:ext cx="77314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CSWAP</m:t>
                      </m:r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801101-01B0-1416-3D55-40FC97382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66" y="2194619"/>
                <a:ext cx="773143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DE0885-D0DE-656E-61AE-03246DF71013}"/>
                  </a:ext>
                </a:extLst>
              </p:cNvPr>
              <p:cNvSpPr txBox="1"/>
              <p:nvPr/>
            </p:nvSpPr>
            <p:spPr>
              <a:xfrm>
                <a:off x="2320386" y="793765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DE0885-D0DE-656E-61AE-03246DF71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386" y="793765"/>
                <a:ext cx="256480" cy="215444"/>
              </a:xfrm>
              <a:prstGeom prst="rect">
                <a:avLst/>
              </a:prstGeom>
              <a:blipFill>
                <a:blip r:embed="rId4"/>
                <a:stretch>
                  <a:fillRect l="-22727" t="-5556" r="-18182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5F36A9-B101-8079-1E0D-956C16036126}"/>
                  </a:ext>
                </a:extLst>
              </p:cNvPr>
              <p:cNvSpPr/>
              <p:nvPr/>
            </p:nvSpPr>
            <p:spPr>
              <a:xfrm>
                <a:off x="2751404" y="778848"/>
                <a:ext cx="834256" cy="567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5F36A9-B101-8079-1E0D-956C16036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404" y="778848"/>
                <a:ext cx="834256" cy="567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0451B8-BD99-64E0-457A-29093E5F2A72}"/>
              </a:ext>
            </a:extLst>
          </p:cNvPr>
          <p:cNvCxnSpPr>
            <a:cxnSpLocks/>
          </p:cNvCxnSpPr>
          <p:nvPr/>
        </p:nvCxnSpPr>
        <p:spPr>
          <a:xfrm>
            <a:off x="2617811" y="1985223"/>
            <a:ext cx="146304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6D339F1-7389-657F-EE57-27D0CBB6E08C}"/>
                  </a:ext>
                </a:extLst>
              </p:cNvPr>
              <p:cNvSpPr/>
              <p:nvPr/>
            </p:nvSpPr>
            <p:spPr>
              <a:xfrm>
                <a:off x="2751404" y="1598314"/>
                <a:ext cx="834256" cy="549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6D339F1-7389-657F-EE57-27D0CBB6E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404" y="1598314"/>
                <a:ext cx="834256" cy="549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A8616E-FE95-7C43-0824-9DA709A7281D}"/>
                  </a:ext>
                </a:extLst>
              </p:cNvPr>
              <p:cNvSpPr txBox="1"/>
              <p:nvPr/>
            </p:nvSpPr>
            <p:spPr>
              <a:xfrm>
                <a:off x="3122045" y="1350250"/>
                <a:ext cx="92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A8616E-FE95-7C43-0824-9DA709A72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045" y="1350250"/>
                <a:ext cx="92974" cy="215444"/>
              </a:xfrm>
              <a:prstGeom prst="rect">
                <a:avLst/>
              </a:prstGeom>
              <a:blipFill>
                <a:blip r:embed="rId7"/>
                <a:stretch>
                  <a:fillRect l="-37500" r="-5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D6866D-1289-DBCB-2CBB-2629A457397D}"/>
                  </a:ext>
                </a:extLst>
              </p:cNvPr>
              <p:cNvSpPr txBox="1"/>
              <p:nvPr/>
            </p:nvSpPr>
            <p:spPr>
              <a:xfrm>
                <a:off x="3621622" y="716821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D6866D-1289-DBCB-2CBB-2629A4573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622" y="716821"/>
                <a:ext cx="290512" cy="369332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76A2A2-E85B-A2F6-39B3-7B699A43BEC0}"/>
              </a:ext>
            </a:extLst>
          </p:cNvPr>
          <p:cNvCxnSpPr>
            <a:cxnSpLocks/>
          </p:cNvCxnSpPr>
          <p:nvPr/>
        </p:nvCxnSpPr>
        <p:spPr>
          <a:xfrm flipV="1">
            <a:off x="3979614" y="605010"/>
            <a:ext cx="0" cy="827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21E6C1D5-069C-65B7-E1F6-98C0822723C6}"/>
              </a:ext>
            </a:extLst>
          </p:cNvPr>
          <p:cNvSpPr/>
          <p:nvPr/>
        </p:nvSpPr>
        <p:spPr>
          <a:xfrm>
            <a:off x="3945874" y="537530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59A474-1023-2241-29B3-E7604894951C}"/>
                  </a:ext>
                </a:extLst>
              </p:cNvPr>
              <p:cNvSpPr txBox="1"/>
              <p:nvPr/>
            </p:nvSpPr>
            <p:spPr>
              <a:xfrm>
                <a:off x="3806409" y="1052180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59A474-1023-2241-29B3-E76048949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09" y="1052180"/>
                <a:ext cx="290512" cy="369332"/>
              </a:xfrm>
              <a:prstGeom prst="rect">
                <a:avLst/>
              </a:prstGeom>
              <a:blipFill>
                <a:blip r:embed="rId9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88C097-59FF-94C1-2B26-83B7192768A6}"/>
                  </a:ext>
                </a:extLst>
              </p:cNvPr>
              <p:cNvSpPr txBox="1"/>
              <p:nvPr/>
            </p:nvSpPr>
            <p:spPr>
              <a:xfrm>
                <a:off x="4086549" y="1345896"/>
                <a:ext cx="92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88C097-59FF-94C1-2B26-83B719276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49" y="1345896"/>
                <a:ext cx="92974" cy="215444"/>
              </a:xfrm>
              <a:prstGeom prst="rect">
                <a:avLst/>
              </a:prstGeom>
              <a:blipFill>
                <a:blip r:embed="rId10"/>
                <a:stretch>
                  <a:fillRect l="-33333" r="-33333" b="-58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8E14E0-03BB-4120-38C9-711EB32A8B03}"/>
              </a:ext>
            </a:extLst>
          </p:cNvPr>
          <p:cNvCxnSpPr>
            <a:cxnSpLocks/>
          </p:cNvCxnSpPr>
          <p:nvPr/>
        </p:nvCxnSpPr>
        <p:spPr>
          <a:xfrm>
            <a:off x="4233773" y="57649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F177BFF-7329-22B8-62B7-D59F7F42064E}"/>
              </a:ext>
            </a:extLst>
          </p:cNvPr>
          <p:cNvCxnSpPr>
            <a:cxnSpLocks/>
          </p:cNvCxnSpPr>
          <p:nvPr/>
        </p:nvCxnSpPr>
        <p:spPr>
          <a:xfrm>
            <a:off x="4233773" y="91167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D88762-9366-99C4-A36D-AC444BCEF7C3}"/>
              </a:ext>
            </a:extLst>
          </p:cNvPr>
          <p:cNvCxnSpPr>
            <a:cxnSpLocks/>
          </p:cNvCxnSpPr>
          <p:nvPr/>
        </p:nvCxnSpPr>
        <p:spPr>
          <a:xfrm>
            <a:off x="4233773" y="1246852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75DA029-A210-9819-DC5D-A2BDC5AC17C9}"/>
              </a:ext>
            </a:extLst>
          </p:cNvPr>
          <p:cNvCxnSpPr>
            <a:cxnSpLocks/>
          </p:cNvCxnSpPr>
          <p:nvPr/>
        </p:nvCxnSpPr>
        <p:spPr>
          <a:xfrm>
            <a:off x="4233773" y="1986843"/>
            <a:ext cx="9144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D3D606-16A1-5381-A59D-A2BC96DAE237}"/>
              </a:ext>
            </a:extLst>
          </p:cNvPr>
          <p:cNvCxnSpPr>
            <a:cxnSpLocks/>
          </p:cNvCxnSpPr>
          <p:nvPr/>
        </p:nvCxnSpPr>
        <p:spPr>
          <a:xfrm flipV="1">
            <a:off x="4340988" y="608376"/>
            <a:ext cx="0" cy="8844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D0AA60C-A580-DCBC-123B-02BEADCAC2B5}"/>
              </a:ext>
            </a:extLst>
          </p:cNvPr>
          <p:cNvSpPr/>
          <p:nvPr/>
        </p:nvSpPr>
        <p:spPr>
          <a:xfrm>
            <a:off x="4307248" y="540896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B7E80E2-EF53-9CA0-1A1C-5C3AB83517BB}"/>
              </a:ext>
            </a:extLst>
          </p:cNvPr>
          <p:cNvCxnSpPr>
            <a:cxnSpLocks/>
          </p:cNvCxnSpPr>
          <p:nvPr/>
        </p:nvCxnSpPr>
        <p:spPr>
          <a:xfrm flipV="1">
            <a:off x="4340988" y="1809126"/>
            <a:ext cx="0" cy="1812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673F043-6757-61C9-AEA4-498F9247C9F8}"/>
                  </a:ext>
                </a:extLst>
              </p:cNvPr>
              <p:cNvSpPr txBox="1"/>
              <p:nvPr/>
            </p:nvSpPr>
            <p:spPr>
              <a:xfrm>
                <a:off x="4169995" y="1793537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673F043-6757-61C9-AEA4-498F9247C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995" y="1793537"/>
                <a:ext cx="290512" cy="369332"/>
              </a:xfrm>
              <a:prstGeom prst="rect">
                <a:avLst/>
              </a:prstGeom>
              <a:blipFill>
                <a:blip r:embed="rId11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60C1209-C131-6E9D-4F41-BC6502B2A4F1}"/>
                  </a:ext>
                </a:extLst>
              </p:cNvPr>
              <p:cNvSpPr/>
              <p:nvPr/>
            </p:nvSpPr>
            <p:spPr>
              <a:xfrm>
                <a:off x="3689566" y="434364"/>
                <a:ext cx="765725" cy="17583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60C1209-C131-6E9D-4F41-BC6502B2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566" y="434364"/>
                <a:ext cx="765725" cy="17583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9A35118-BC2A-C8D7-3F26-20274C2F4140}"/>
              </a:ext>
            </a:extLst>
          </p:cNvPr>
          <p:cNvSpPr/>
          <p:nvPr/>
        </p:nvSpPr>
        <p:spPr>
          <a:xfrm>
            <a:off x="4815389" y="440447"/>
            <a:ext cx="254091" cy="2618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ECA0CD3-2372-731E-D3E6-FDF357A90847}"/>
              </a:ext>
            </a:extLst>
          </p:cNvPr>
          <p:cNvSpPr/>
          <p:nvPr/>
        </p:nvSpPr>
        <p:spPr>
          <a:xfrm>
            <a:off x="4858489" y="552738"/>
            <a:ext cx="163490" cy="149606"/>
          </a:xfrm>
          <a:prstGeom prst="arc">
            <a:avLst>
              <a:gd name="adj1" fmla="val 10898327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789AC2-206D-A40E-479A-08D6B727A8DE}"/>
              </a:ext>
            </a:extLst>
          </p:cNvPr>
          <p:cNvCxnSpPr>
            <a:cxnSpLocks/>
          </p:cNvCxnSpPr>
          <p:nvPr/>
        </p:nvCxnSpPr>
        <p:spPr>
          <a:xfrm flipV="1">
            <a:off x="4918333" y="477602"/>
            <a:ext cx="102048" cy="16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E09113-04B3-7580-7BB5-5AB7DD9C8860}"/>
                  </a:ext>
                </a:extLst>
              </p:cNvPr>
              <p:cNvSpPr txBox="1"/>
              <p:nvPr/>
            </p:nvSpPr>
            <p:spPr>
              <a:xfrm>
                <a:off x="2320386" y="1122198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E09113-04B3-7580-7BB5-5AB7DD9C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386" y="1122198"/>
                <a:ext cx="256480" cy="215444"/>
              </a:xfrm>
              <a:prstGeom prst="rect">
                <a:avLst/>
              </a:prstGeom>
              <a:blipFill>
                <a:blip r:embed="rId13"/>
                <a:stretch>
                  <a:fillRect l="-22727" t="-5556" r="-18182" b="-277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CEEC29-B16E-F5C9-CE9B-83FC7C07E052}"/>
                  </a:ext>
                </a:extLst>
              </p:cNvPr>
              <p:cNvSpPr txBox="1"/>
              <p:nvPr/>
            </p:nvSpPr>
            <p:spPr>
              <a:xfrm>
                <a:off x="2315684" y="463548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CEEC29-B16E-F5C9-CE9B-83FC7C07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84" y="463548"/>
                <a:ext cx="256480" cy="215444"/>
              </a:xfrm>
              <a:prstGeom prst="rect">
                <a:avLst/>
              </a:prstGeom>
              <a:blipFill>
                <a:blip r:embed="rId14"/>
                <a:stretch>
                  <a:fillRect l="-23810" r="-23810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BCDC7D-C767-FCF9-39A3-06E2BBE0D7EE}"/>
                  </a:ext>
                </a:extLst>
              </p:cNvPr>
              <p:cNvSpPr txBox="1"/>
              <p:nvPr/>
            </p:nvSpPr>
            <p:spPr>
              <a:xfrm>
                <a:off x="2315684" y="1870481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CA" sz="1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2BCDC7D-C767-FCF9-39A3-06E2BBE0D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84" y="1870481"/>
                <a:ext cx="256480" cy="215444"/>
              </a:xfrm>
              <a:prstGeom prst="rect">
                <a:avLst/>
              </a:prstGeom>
              <a:blipFill>
                <a:blip r:embed="rId15"/>
                <a:stretch>
                  <a:fillRect l="-23810" t="-5556" r="-23810" b="-277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5BE9603-813D-6210-A2B4-B605B8DF51C9}"/>
                  </a:ext>
                </a:extLst>
              </p:cNvPr>
              <p:cNvSpPr/>
              <p:nvPr/>
            </p:nvSpPr>
            <p:spPr>
              <a:xfrm>
                <a:off x="4506193" y="43684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5BE9603-813D-6210-A2B4-B605B8DF5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193" y="436845"/>
                <a:ext cx="259568" cy="2688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7E90ADD1-D105-1EE3-947B-B98ED41C0138}"/>
              </a:ext>
            </a:extLst>
          </p:cNvPr>
          <p:cNvSpPr/>
          <p:nvPr/>
        </p:nvSpPr>
        <p:spPr>
          <a:xfrm>
            <a:off x="2366798" y="2523249"/>
            <a:ext cx="4406982" cy="181150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757B43-2598-56D0-4751-52255AE6B24F}"/>
              </a:ext>
            </a:extLst>
          </p:cNvPr>
          <p:cNvCxnSpPr>
            <a:cxnSpLocks/>
          </p:cNvCxnSpPr>
          <p:nvPr/>
        </p:nvCxnSpPr>
        <p:spPr>
          <a:xfrm>
            <a:off x="2689435" y="2839938"/>
            <a:ext cx="173357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B784AF7-F9C0-9689-EBA5-5F4226BB3855}"/>
                  </a:ext>
                </a:extLst>
              </p:cNvPr>
              <p:cNvSpPr txBox="1"/>
              <p:nvPr/>
            </p:nvSpPr>
            <p:spPr>
              <a:xfrm>
                <a:off x="2333458" y="2686049"/>
                <a:ext cx="3559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vi-V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VN" sz="1400" i="1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B784AF7-F9C0-9689-EBA5-5F4226BB3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58" y="2686049"/>
                <a:ext cx="355977" cy="307777"/>
              </a:xfrm>
              <a:prstGeom prst="rect">
                <a:avLst/>
              </a:prstGeom>
              <a:blipFill>
                <a:blip r:embed="rId17"/>
                <a:stretch>
                  <a:fillRect r="-13793" b="-8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C5F8E28-33F5-AB6A-36E8-761D2E3D45F2}"/>
                  </a:ext>
                </a:extLst>
              </p:cNvPr>
              <p:cNvSpPr/>
              <p:nvPr/>
            </p:nvSpPr>
            <p:spPr>
              <a:xfrm>
                <a:off x="2963274" y="2607712"/>
                <a:ext cx="739991" cy="48235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vi-V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vi-V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VN" sz="1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C5F8E28-33F5-AB6A-36E8-761D2E3D4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274" y="2607712"/>
                <a:ext cx="739991" cy="482358"/>
              </a:xfrm>
              <a:prstGeom prst="rect">
                <a:avLst/>
              </a:prstGeom>
              <a:blipFill>
                <a:blip r:embed="rId18"/>
                <a:stretch>
                  <a:fillRect l="-491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7351DC1-43B4-1D02-64A1-E452C393CE77}"/>
                  </a:ext>
                </a:extLst>
              </p:cNvPr>
              <p:cNvSpPr/>
              <p:nvPr/>
            </p:nvSpPr>
            <p:spPr>
              <a:xfrm>
                <a:off x="3783520" y="2598759"/>
                <a:ext cx="639488" cy="482358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vi-V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vi-V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VN" sz="1400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7351DC1-43B4-1D02-64A1-E452C393CE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520" y="2598759"/>
                <a:ext cx="639488" cy="482358"/>
              </a:xfrm>
              <a:prstGeom prst="rect">
                <a:avLst/>
              </a:prstGeom>
              <a:blipFill>
                <a:blip r:embed="rId19"/>
                <a:stretch>
                  <a:fillRect l="-5660"/>
                </a:stretch>
              </a:blipFill>
              <a:ln w="19050"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76ECCF1-8E65-9AC1-F2F6-F3D1B7D75E10}"/>
              </a:ext>
            </a:extLst>
          </p:cNvPr>
          <p:cNvCxnSpPr>
            <a:cxnSpLocks/>
          </p:cNvCxnSpPr>
          <p:nvPr/>
        </p:nvCxnSpPr>
        <p:spPr>
          <a:xfrm>
            <a:off x="2754829" y="2779264"/>
            <a:ext cx="86400" cy="1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101C01A-A222-99B8-DBCE-4352FBB4EC61}"/>
                  </a:ext>
                </a:extLst>
              </p:cNvPr>
              <p:cNvSpPr txBox="1"/>
              <p:nvPr/>
            </p:nvSpPr>
            <p:spPr>
              <a:xfrm>
                <a:off x="6083493" y="2695773"/>
                <a:ext cx="5539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VN" sz="1400" i="1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101C01A-A222-99B8-DBCE-4352FBB4E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493" y="2695773"/>
                <a:ext cx="553931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C40E8C-E5C3-6078-ADD9-8D4752C8B5D0}"/>
                  </a:ext>
                </a:extLst>
              </p:cNvPr>
              <p:cNvSpPr txBox="1"/>
              <p:nvPr/>
            </p:nvSpPr>
            <p:spPr>
              <a:xfrm>
                <a:off x="2980444" y="3394656"/>
                <a:ext cx="705652" cy="32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VN" sz="1400" b="1" i="1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C40E8C-E5C3-6078-ADD9-8D4752C8B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44" y="3394656"/>
                <a:ext cx="705652" cy="3261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2298201-6DF9-D8D7-08DA-1D2D16F5B71C}"/>
              </a:ext>
            </a:extLst>
          </p:cNvPr>
          <p:cNvCxnSpPr>
            <a:cxnSpLocks/>
          </p:cNvCxnSpPr>
          <p:nvPr/>
        </p:nvCxnSpPr>
        <p:spPr>
          <a:xfrm flipH="1">
            <a:off x="5766142" y="3790527"/>
            <a:ext cx="4054" cy="23862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3E768FA-2F47-7C21-5B7D-67AC3664EBAA}"/>
              </a:ext>
            </a:extLst>
          </p:cNvPr>
          <p:cNvCxnSpPr>
            <a:cxnSpLocks/>
          </p:cNvCxnSpPr>
          <p:nvPr/>
        </p:nvCxnSpPr>
        <p:spPr>
          <a:xfrm flipV="1">
            <a:off x="3333270" y="3090070"/>
            <a:ext cx="0" cy="304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AE8B9EC-B72B-DCAB-A989-3EFFA27C1F08}"/>
                  </a:ext>
                </a:extLst>
              </p:cNvPr>
              <p:cNvSpPr txBox="1"/>
              <p:nvPr/>
            </p:nvSpPr>
            <p:spPr>
              <a:xfrm>
                <a:off x="5173731" y="3390739"/>
                <a:ext cx="12076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vi-V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vi-V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AE8B9EC-B72B-DCAB-A989-3EFFA27C1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731" y="3390739"/>
                <a:ext cx="1207683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Diamond 71">
            <a:extLst>
              <a:ext uri="{FF2B5EF4-FFF2-40B4-BE49-F238E27FC236}">
                <a16:creationId xmlns:a16="http://schemas.microsoft.com/office/drawing/2014/main" id="{6AA4A2C6-AA23-C3DE-54F7-77FE1F6E8990}"/>
              </a:ext>
            </a:extLst>
          </p:cNvPr>
          <p:cNvSpPr/>
          <p:nvPr/>
        </p:nvSpPr>
        <p:spPr>
          <a:xfrm>
            <a:off x="5106908" y="3309188"/>
            <a:ext cx="1326575" cy="481339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9F9D20A-BA73-6096-A677-229426D7A503}"/>
                  </a:ext>
                </a:extLst>
              </p:cNvPr>
              <p:cNvSpPr txBox="1"/>
              <p:nvPr/>
            </p:nvSpPr>
            <p:spPr>
              <a:xfrm>
                <a:off x="5608163" y="4029151"/>
                <a:ext cx="3159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VN" sz="14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9F9D20A-BA73-6096-A677-229426D7A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163" y="4029151"/>
                <a:ext cx="315958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DE1CD94-FEA0-62D3-B9BD-C62DA437AC3D}"/>
                  </a:ext>
                </a:extLst>
              </p:cNvPr>
              <p:cNvSpPr txBox="1"/>
              <p:nvPr/>
            </p:nvSpPr>
            <p:spPr>
              <a:xfrm>
                <a:off x="5443956" y="2691827"/>
                <a:ext cx="36299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vi-VN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VN" sz="1400" i="1" dirty="0"/>
                  <a:t> 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DE1CD94-FEA0-62D3-B9BD-C62DA437A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956" y="2691827"/>
                <a:ext cx="36299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3073BE2-CFFD-D867-12FC-10D407758209}"/>
              </a:ext>
            </a:extLst>
          </p:cNvPr>
          <p:cNvCxnSpPr>
            <a:cxnSpLocks/>
          </p:cNvCxnSpPr>
          <p:nvPr/>
        </p:nvCxnSpPr>
        <p:spPr>
          <a:xfrm>
            <a:off x="4423008" y="2839938"/>
            <a:ext cx="1020948" cy="577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BA3ECFB-491C-0F0B-613D-9B32204FE65B}"/>
              </a:ext>
            </a:extLst>
          </p:cNvPr>
          <p:cNvSpPr txBox="1"/>
          <p:nvPr/>
        </p:nvSpPr>
        <p:spPr>
          <a:xfrm>
            <a:off x="2249197" y="2173215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9C582E1-18C3-79E1-6E93-9DC08433634A}"/>
              </a:ext>
            </a:extLst>
          </p:cNvPr>
          <p:cNvSpPr txBox="1"/>
          <p:nvPr/>
        </p:nvSpPr>
        <p:spPr>
          <a:xfrm>
            <a:off x="4387555" y="2514024"/>
            <a:ext cx="1220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Elbow Connector 508">
            <a:extLst>
              <a:ext uri="{FF2B5EF4-FFF2-40B4-BE49-F238E27FC236}">
                <a16:creationId xmlns:a16="http://schemas.microsoft.com/office/drawing/2014/main" id="{4D22AF5A-C6BB-9ABF-17A5-B0BFC80BC1B1}"/>
              </a:ext>
            </a:extLst>
          </p:cNvPr>
          <p:cNvCxnSpPr>
            <a:cxnSpLocks/>
          </p:cNvCxnSpPr>
          <p:nvPr/>
        </p:nvCxnSpPr>
        <p:spPr>
          <a:xfrm flipH="1">
            <a:off x="6433483" y="2849662"/>
            <a:ext cx="203941" cy="700196"/>
          </a:xfrm>
          <a:prstGeom prst="bentConnector3">
            <a:avLst>
              <a:gd name="adj1" fmla="val -1120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3C8322D-27F2-9C97-125F-BFD1BEEFB04D}"/>
              </a:ext>
            </a:extLst>
          </p:cNvPr>
          <p:cNvCxnSpPr>
            <a:cxnSpLocks/>
          </p:cNvCxnSpPr>
          <p:nvPr/>
        </p:nvCxnSpPr>
        <p:spPr>
          <a:xfrm flipH="1">
            <a:off x="3686096" y="3549858"/>
            <a:ext cx="1420812" cy="788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33F2137-5F57-29A4-013B-4E0EE17C56C8}"/>
              </a:ext>
            </a:extLst>
          </p:cNvPr>
          <p:cNvSpPr txBox="1"/>
          <p:nvPr/>
        </p:nvSpPr>
        <p:spPr>
          <a:xfrm>
            <a:off x="2233795" y="137195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CAC1272-854C-89DB-93DE-58F3A0C9F835}"/>
              </a:ext>
            </a:extLst>
          </p:cNvPr>
          <p:cNvCxnSpPr>
            <a:cxnSpLocks/>
          </p:cNvCxnSpPr>
          <p:nvPr/>
        </p:nvCxnSpPr>
        <p:spPr>
          <a:xfrm flipV="1">
            <a:off x="5766142" y="2849662"/>
            <a:ext cx="317351" cy="94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1624B6C9-918E-6A23-32B0-1A8F8819C25B}"/>
              </a:ext>
            </a:extLst>
          </p:cNvPr>
          <p:cNvSpPr txBox="1"/>
          <p:nvPr/>
        </p:nvSpPr>
        <p:spPr>
          <a:xfrm>
            <a:off x="4150587" y="3245947"/>
            <a:ext cx="96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1A16872-CDDA-CE0D-CCA1-99890408E14C}"/>
              </a:ext>
            </a:extLst>
          </p:cNvPr>
          <p:cNvSpPr txBox="1"/>
          <p:nvPr/>
        </p:nvSpPr>
        <p:spPr>
          <a:xfrm>
            <a:off x="5766142" y="3736062"/>
            <a:ext cx="96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V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5906DF8-C068-8D58-F24D-6EA539A7323B}"/>
              </a:ext>
            </a:extLst>
          </p:cNvPr>
          <p:cNvSpPr/>
          <p:nvPr/>
        </p:nvSpPr>
        <p:spPr>
          <a:xfrm>
            <a:off x="2706418" y="740390"/>
            <a:ext cx="936331" cy="145450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77B8767-D584-6278-0DD2-1DB4ED9BF9B3}"/>
              </a:ext>
            </a:extLst>
          </p:cNvPr>
          <p:cNvCxnSpPr>
            <a:cxnSpLocks/>
          </p:cNvCxnSpPr>
          <p:nvPr/>
        </p:nvCxnSpPr>
        <p:spPr>
          <a:xfrm>
            <a:off x="3174584" y="2194894"/>
            <a:ext cx="0" cy="319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D031218-ECDF-F65F-EA48-5B0BB43F8AF0}"/>
              </a:ext>
            </a:extLst>
          </p:cNvPr>
          <p:cNvSpPr txBox="1"/>
          <p:nvPr/>
        </p:nvSpPr>
        <p:spPr>
          <a:xfrm>
            <a:off x="2249197" y="4372296"/>
            <a:ext cx="463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4466311-7673-156D-AA12-24C9E7C9ADF0}"/>
              </a:ext>
            </a:extLst>
          </p:cNvPr>
          <p:cNvCxnSpPr>
            <a:cxnSpLocks/>
          </p:cNvCxnSpPr>
          <p:nvPr/>
        </p:nvCxnSpPr>
        <p:spPr>
          <a:xfrm flipV="1">
            <a:off x="2811442" y="4981133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F542DD5-417E-FA1C-B699-6A67174D608B}"/>
              </a:ext>
            </a:extLst>
          </p:cNvPr>
          <p:cNvCxnSpPr>
            <a:cxnSpLocks/>
          </p:cNvCxnSpPr>
          <p:nvPr/>
        </p:nvCxnSpPr>
        <p:spPr>
          <a:xfrm>
            <a:off x="2644632" y="495059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45B86FB-E372-7CDE-45B3-35D153A07B5E}"/>
              </a:ext>
            </a:extLst>
          </p:cNvPr>
          <p:cNvCxnSpPr>
            <a:cxnSpLocks/>
          </p:cNvCxnSpPr>
          <p:nvPr/>
        </p:nvCxnSpPr>
        <p:spPr>
          <a:xfrm>
            <a:off x="2644632" y="528577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BD79CF8-FF84-7AC9-042C-61240C82AC6C}"/>
              </a:ext>
            </a:extLst>
          </p:cNvPr>
          <p:cNvCxnSpPr>
            <a:cxnSpLocks/>
          </p:cNvCxnSpPr>
          <p:nvPr/>
        </p:nvCxnSpPr>
        <p:spPr>
          <a:xfrm>
            <a:off x="2637833" y="562095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50A135E4-095B-8419-2ED6-88F052A1A366}"/>
              </a:ext>
            </a:extLst>
          </p:cNvPr>
          <p:cNvSpPr/>
          <p:nvPr/>
        </p:nvSpPr>
        <p:spPr>
          <a:xfrm>
            <a:off x="2777702" y="4913653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57E5898-1BBA-D649-3F20-077D6039ADDD}"/>
                  </a:ext>
                </a:extLst>
              </p:cNvPr>
              <p:cNvSpPr txBox="1"/>
              <p:nvPr/>
            </p:nvSpPr>
            <p:spPr>
              <a:xfrm>
                <a:off x="2638753" y="5092548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57E5898-1BBA-D649-3F20-077D6039A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753" y="5092548"/>
                <a:ext cx="290512" cy="369332"/>
              </a:xfrm>
              <a:prstGeom prst="rect">
                <a:avLst/>
              </a:prstGeom>
              <a:blipFill>
                <a:blip r:embed="rId25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3945889-1643-E5F8-B721-EEBFD7CBCC56}"/>
              </a:ext>
            </a:extLst>
          </p:cNvPr>
          <p:cNvCxnSpPr>
            <a:cxnSpLocks/>
          </p:cNvCxnSpPr>
          <p:nvPr/>
        </p:nvCxnSpPr>
        <p:spPr>
          <a:xfrm>
            <a:off x="3152116" y="495953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0D41D9-98F5-71BA-0364-6BE43DA004F1}"/>
              </a:ext>
            </a:extLst>
          </p:cNvPr>
          <p:cNvCxnSpPr>
            <a:cxnSpLocks/>
          </p:cNvCxnSpPr>
          <p:nvPr/>
        </p:nvCxnSpPr>
        <p:spPr>
          <a:xfrm>
            <a:off x="3152116" y="529471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A581F9-571D-ED54-58C0-7BA4DA8A4D56}"/>
              </a:ext>
            </a:extLst>
          </p:cNvPr>
          <p:cNvCxnSpPr>
            <a:cxnSpLocks/>
          </p:cNvCxnSpPr>
          <p:nvPr/>
        </p:nvCxnSpPr>
        <p:spPr>
          <a:xfrm>
            <a:off x="3152116" y="562989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9D55776-C599-D782-1EF5-282565BCEF75}"/>
                  </a:ext>
                </a:extLst>
              </p:cNvPr>
              <p:cNvSpPr/>
              <p:nvPr/>
            </p:nvSpPr>
            <p:spPr>
              <a:xfrm>
                <a:off x="3526671" y="482368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9D55776-C599-D782-1EF5-282565BCE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4823685"/>
                <a:ext cx="259568" cy="26884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D359AF8-F92E-D92E-766B-AF3074FD6283}"/>
              </a:ext>
            </a:extLst>
          </p:cNvPr>
          <p:cNvCxnSpPr>
            <a:cxnSpLocks/>
          </p:cNvCxnSpPr>
          <p:nvPr/>
        </p:nvCxnSpPr>
        <p:spPr>
          <a:xfrm flipV="1">
            <a:off x="2996074" y="5325249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A0E71EB5-83E3-8982-ED43-1A634BD3C804}"/>
              </a:ext>
            </a:extLst>
          </p:cNvPr>
          <p:cNvSpPr/>
          <p:nvPr/>
        </p:nvSpPr>
        <p:spPr>
          <a:xfrm>
            <a:off x="2962334" y="5257769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82D8347-796C-9A0C-EA2C-44D6C3F7DB1D}"/>
                  </a:ext>
                </a:extLst>
              </p:cNvPr>
              <p:cNvSpPr txBox="1"/>
              <p:nvPr/>
            </p:nvSpPr>
            <p:spPr>
              <a:xfrm>
                <a:off x="2823385" y="5436664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82D8347-796C-9A0C-EA2C-44D6C3F7D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385" y="5436664"/>
                <a:ext cx="290512" cy="369332"/>
              </a:xfrm>
              <a:prstGeom prst="rect">
                <a:avLst/>
              </a:prstGeom>
              <a:blipFill>
                <a:blip r:embed="rId27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5B42F012-619B-04D8-CB60-9430852C2592}"/>
                  </a:ext>
                </a:extLst>
              </p:cNvPr>
              <p:cNvSpPr/>
              <p:nvPr/>
            </p:nvSpPr>
            <p:spPr>
              <a:xfrm>
                <a:off x="3810892" y="482368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5B42F012-619B-04D8-CB60-9430852C25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4823685"/>
                <a:ext cx="259568" cy="26884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EC8D5F14-3167-8F63-7999-10F589A4CC52}"/>
                  </a:ext>
                </a:extLst>
              </p:cNvPr>
              <p:cNvSpPr/>
              <p:nvPr/>
            </p:nvSpPr>
            <p:spPr>
              <a:xfrm>
                <a:off x="4094384" y="482565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EC8D5F14-3167-8F63-7999-10F589A4CC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4825658"/>
                <a:ext cx="259568" cy="26884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1339AACF-5B96-DC0F-3C5E-AED0BFA116AD}"/>
                  </a:ext>
                </a:extLst>
              </p:cNvPr>
              <p:cNvSpPr/>
              <p:nvPr/>
            </p:nvSpPr>
            <p:spPr>
              <a:xfrm>
                <a:off x="3526671" y="515459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1339AACF-5B96-DC0F-3C5E-AED0BFA11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5154598"/>
                <a:ext cx="259568" cy="26884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4A28B0B-BA3D-F083-75B6-46C9CFF7FFBF}"/>
                  </a:ext>
                </a:extLst>
              </p:cNvPr>
              <p:cNvSpPr/>
              <p:nvPr/>
            </p:nvSpPr>
            <p:spPr>
              <a:xfrm>
                <a:off x="3810892" y="515459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4A28B0B-BA3D-F083-75B6-46C9CFF7F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5154598"/>
                <a:ext cx="259568" cy="26884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C69E92C-EBC9-4E95-6262-41A73A26793F}"/>
                  </a:ext>
                </a:extLst>
              </p:cNvPr>
              <p:cNvSpPr/>
              <p:nvPr/>
            </p:nvSpPr>
            <p:spPr>
              <a:xfrm>
                <a:off x="4094384" y="5156571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C69E92C-EBC9-4E95-6262-41A73A267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5156571"/>
                <a:ext cx="259568" cy="26884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44BCAE3-B151-C4F0-033A-0F73F656A7E5}"/>
                  </a:ext>
                </a:extLst>
              </p:cNvPr>
              <p:cNvSpPr/>
              <p:nvPr/>
            </p:nvSpPr>
            <p:spPr>
              <a:xfrm>
                <a:off x="3526671" y="549567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44BCAE3-B151-C4F0-033A-0F73F656A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671" y="5495674"/>
                <a:ext cx="259568" cy="26884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8067DF9-2684-7723-C0C8-55558BE430B4}"/>
                  </a:ext>
                </a:extLst>
              </p:cNvPr>
              <p:cNvSpPr/>
              <p:nvPr/>
            </p:nvSpPr>
            <p:spPr>
              <a:xfrm>
                <a:off x="3810892" y="549567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8067DF9-2684-7723-C0C8-55558BE43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92" y="5495674"/>
                <a:ext cx="259568" cy="26884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6AF7CE2-7F14-8DEA-D779-D60595468144}"/>
                  </a:ext>
                </a:extLst>
              </p:cNvPr>
              <p:cNvSpPr/>
              <p:nvPr/>
            </p:nvSpPr>
            <p:spPr>
              <a:xfrm>
                <a:off x="4094384" y="549764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6AF7CE2-7F14-8DEA-D779-D60595468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84" y="5497647"/>
                <a:ext cx="259568" cy="26884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6E4F6110-3657-6EE4-1D84-25D749B6FD35}"/>
              </a:ext>
            </a:extLst>
          </p:cNvPr>
          <p:cNvSpPr/>
          <p:nvPr/>
        </p:nvSpPr>
        <p:spPr>
          <a:xfrm>
            <a:off x="2894697" y="2574067"/>
            <a:ext cx="846419" cy="62147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i="1" dirty="0">
              <a:solidFill>
                <a:schemeClr val="tx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A1586F2-B6FE-D6DD-B0FE-1276AA842609}"/>
              </a:ext>
            </a:extLst>
          </p:cNvPr>
          <p:cNvCxnSpPr>
            <a:cxnSpLocks/>
          </p:cNvCxnSpPr>
          <p:nvPr/>
        </p:nvCxnSpPr>
        <p:spPr>
          <a:xfrm>
            <a:off x="3008009" y="3184547"/>
            <a:ext cx="0" cy="154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CD56297-BD60-7FEB-AD35-DFEE56FDC0CD}"/>
              </a:ext>
            </a:extLst>
          </p:cNvPr>
          <p:cNvCxnSpPr>
            <a:cxnSpLocks/>
          </p:cNvCxnSpPr>
          <p:nvPr/>
        </p:nvCxnSpPr>
        <p:spPr>
          <a:xfrm flipV="1">
            <a:off x="5190582" y="5015773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C96310-0B14-BD5B-0A8A-D7CBD4384B52}"/>
              </a:ext>
            </a:extLst>
          </p:cNvPr>
          <p:cNvCxnSpPr>
            <a:cxnSpLocks/>
          </p:cNvCxnSpPr>
          <p:nvPr/>
        </p:nvCxnSpPr>
        <p:spPr>
          <a:xfrm>
            <a:off x="5023772" y="498523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A0F9CC-9EFD-5CFB-C669-60B8DF956577}"/>
              </a:ext>
            </a:extLst>
          </p:cNvPr>
          <p:cNvCxnSpPr>
            <a:cxnSpLocks/>
          </p:cNvCxnSpPr>
          <p:nvPr/>
        </p:nvCxnSpPr>
        <p:spPr>
          <a:xfrm>
            <a:off x="5023772" y="532041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134E53-80EF-E41B-F89A-53AC59516F11}"/>
              </a:ext>
            </a:extLst>
          </p:cNvPr>
          <p:cNvCxnSpPr>
            <a:cxnSpLocks/>
          </p:cNvCxnSpPr>
          <p:nvPr/>
        </p:nvCxnSpPr>
        <p:spPr>
          <a:xfrm>
            <a:off x="5016973" y="5655599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99CC592-314F-7A6D-74AE-56BE49F7EB37}"/>
              </a:ext>
            </a:extLst>
          </p:cNvPr>
          <p:cNvSpPr/>
          <p:nvPr/>
        </p:nvSpPr>
        <p:spPr>
          <a:xfrm>
            <a:off x="5156842" y="4948293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98DC91-72B2-96DE-78CA-92764040B367}"/>
                  </a:ext>
                </a:extLst>
              </p:cNvPr>
              <p:cNvSpPr txBox="1"/>
              <p:nvPr/>
            </p:nvSpPr>
            <p:spPr>
              <a:xfrm>
                <a:off x="5017893" y="5127188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98DC91-72B2-96DE-78CA-92764040B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93" y="5127188"/>
                <a:ext cx="290512" cy="369332"/>
              </a:xfrm>
              <a:prstGeom prst="rect">
                <a:avLst/>
              </a:prstGeom>
              <a:blipFill>
                <a:blip r:embed="rId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DB4807-91A4-09B1-DA67-3BC878C37532}"/>
              </a:ext>
            </a:extLst>
          </p:cNvPr>
          <p:cNvCxnSpPr>
            <a:cxnSpLocks/>
          </p:cNvCxnSpPr>
          <p:nvPr/>
        </p:nvCxnSpPr>
        <p:spPr>
          <a:xfrm>
            <a:off x="5531256" y="499417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447255-5785-A22A-3328-B86F29300595}"/>
              </a:ext>
            </a:extLst>
          </p:cNvPr>
          <p:cNvCxnSpPr>
            <a:cxnSpLocks/>
          </p:cNvCxnSpPr>
          <p:nvPr/>
        </p:nvCxnSpPr>
        <p:spPr>
          <a:xfrm>
            <a:off x="5531256" y="532935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AEC31B-E474-AB93-CF85-F94B8B6D7EAA}"/>
              </a:ext>
            </a:extLst>
          </p:cNvPr>
          <p:cNvCxnSpPr>
            <a:cxnSpLocks/>
          </p:cNvCxnSpPr>
          <p:nvPr/>
        </p:nvCxnSpPr>
        <p:spPr>
          <a:xfrm>
            <a:off x="5531256" y="5664535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78CE62-5BA1-604D-5EEC-1FC7DD62ED0E}"/>
                  </a:ext>
                </a:extLst>
              </p:cNvPr>
              <p:cNvSpPr/>
              <p:nvPr/>
            </p:nvSpPr>
            <p:spPr>
              <a:xfrm>
                <a:off x="5905811" y="485832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78CE62-5BA1-604D-5EEC-1FC7DD62E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11" y="4858325"/>
                <a:ext cx="259568" cy="26884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F0621D-0358-E630-E95E-64891AA8A3FE}"/>
              </a:ext>
            </a:extLst>
          </p:cNvPr>
          <p:cNvCxnSpPr>
            <a:cxnSpLocks/>
          </p:cNvCxnSpPr>
          <p:nvPr/>
        </p:nvCxnSpPr>
        <p:spPr>
          <a:xfrm flipV="1">
            <a:off x="5375214" y="5359889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992E039-F44F-2972-19DE-3C1124DE62FE}"/>
              </a:ext>
            </a:extLst>
          </p:cNvPr>
          <p:cNvSpPr/>
          <p:nvPr/>
        </p:nvSpPr>
        <p:spPr>
          <a:xfrm>
            <a:off x="5341474" y="5292409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2AD8DE-1B6B-E53D-6343-E56ACA6C3848}"/>
                  </a:ext>
                </a:extLst>
              </p:cNvPr>
              <p:cNvSpPr txBox="1"/>
              <p:nvPr/>
            </p:nvSpPr>
            <p:spPr>
              <a:xfrm>
                <a:off x="5202525" y="5471304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2AD8DE-1B6B-E53D-6343-E56ACA6C3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525" y="5471304"/>
                <a:ext cx="290512" cy="369332"/>
              </a:xfrm>
              <a:prstGeom prst="rect">
                <a:avLst/>
              </a:prstGeom>
              <a:blipFill>
                <a:blip r:embed="rId9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2F8AD6-E6AB-E465-0FBD-36FA748B0509}"/>
                  </a:ext>
                </a:extLst>
              </p:cNvPr>
              <p:cNvSpPr/>
              <p:nvPr/>
            </p:nvSpPr>
            <p:spPr>
              <a:xfrm>
                <a:off x="6190032" y="4858325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2F8AD6-E6AB-E465-0FBD-36FA748B05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032" y="4858325"/>
                <a:ext cx="259568" cy="26884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A89D3A9-DA10-08A2-63E9-E680110EA4DD}"/>
                  </a:ext>
                </a:extLst>
              </p:cNvPr>
              <p:cNvSpPr/>
              <p:nvPr/>
            </p:nvSpPr>
            <p:spPr>
              <a:xfrm>
                <a:off x="6473524" y="486029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A89D3A9-DA10-08A2-63E9-E680110EA4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24" y="4860298"/>
                <a:ext cx="259568" cy="26884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95C5B24-FE14-502C-E7D6-777C1D70FEE2}"/>
                  </a:ext>
                </a:extLst>
              </p:cNvPr>
              <p:cNvSpPr/>
              <p:nvPr/>
            </p:nvSpPr>
            <p:spPr>
              <a:xfrm>
                <a:off x="5905811" y="518923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95C5B24-FE14-502C-E7D6-777C1D70F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11" y="5189238"/>
                <a:ext cx="259568" cy="26884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C802FC-BAE0-0F67-A753-9A871E6A7050}"/>
                  </a:ext>
                </a:extLst>
              </p:cNvPr>
              <p:cNvSpPr/>
              <p:nvPr/>
            </p:nvSpPr>
            <p:spPr>
              <a:xfrm>
                <a:off x="6190032" y="5189238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C802FC-BAE0-0F67-A753-9A871E6A7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032" y="5189238"/>
                <a:ext cx="259568" cy="26884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4952241-A234-1BAC-D40A-07EC283C8F80}"/>
                  </a:ext>
                </a:extLst>
              </p:cNvPr>
              <p:cNvSpPr/>
              <p:nvPr/>
            </p:nvSpPr>
            <p:spPr>
              <a:xfrm>
                <a:off x="6473524" y="5191211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4952241-A234-1BAC-D40A-07EC283C8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24" y="5191211"/>
                <a:ext cx="259568" cy="26884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D87534C-5FD2-59F4-2974-E608B44FABDD}"/>
                  </a:ext>
                </a:extLst>
              </p:cNvPr>
              <p:cNvSpPr/>
              <p:nvPr/>
            </p:nvSpPr>
            <p:spPr>
              <a:xfrm>
                <a:off x="5905811" y="553031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D87534C-5FD2-59F4-2974-E608B44FA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11" y="5530314"/>
                <a:ext cx="259568" cy="26884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F4C5505-F1EB-2192-6F76-3436E75256D1}"/>
                  </a:ext>
                </a:extLst>
              </p:cNvPr>
              <p:cNvSpPr/>
              <p:nvPr/>
            </p:nvSpPr>
            <p:spPr>
              <a:xfrm>
                <a:off x="6190032" y="5530314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F4C5505-F1EB-2192-6F76-3436E7525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032" y="5530314"/>
                <a:ext cx="259568" cy="26884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F2D96DE-F18E-1EFC-B969-8C84190DD2B7}"/>
                  </a:ext>
                </a:extLst>
              </p:cNvPr>
              <p:cNvSpPr/>
              <p:nvPr/>
            </p:nvSpPr>
            <p:spPr>
              <a:xfrm>
                <a:off x="6473524" y="553228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F2D96DE-F18E-1EFC-B969-8C84190DD2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24" y="5532287"/>
                <a:ext cx="259568" cy="26884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88CF65D-D66F-273A-3029-8FEDE40150B1}"/>
              </a:ext>
            </a:extLst>
          </p:cNvPr>
          <p:cNvCxnSpPr>
            <a:cxnSpLocks/>
          </p:cNvCxnSpPr>
          <p:nvPr/>
        </p:nvCxnSpPr>
        <p:spPr>
          <a:xfrm>
            <a:off x="2645905" y="5959655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AEB39FD-DA54-BC2A-AAFA-3FCF9AE17E28}"/>
              </a:ext>
            </a:extLst>
          </p:cNvPr>
          <p:cNvCxnSpPr>
            <a:cxnSpLocks/>
          </p:cNvCxnSpPr>
          <p:nvPr/>
        </p:nvCxnSpPr>
        <p:spPr>
          <a:xfrm>
            <a:off x="3160188" y="5968591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FB2D2B7-FA34-4BC5-20B5-852203F20AB5}"/>
                  </a:ext>
                </a:extLst>
              </p:cNvPr>
              <p:cNvSpPr/>
              <p:nvPr/>
            </p:nvSpPr>
            <p:spPr>
              <a:xfrm>
                <a:off x="3534743" y="5834370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FB2D2B7-FA34-4BC5-20B5-852203F20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43" y="5834370"/>
                <a:ext cx="259568" cy="26884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1276D99-B857-93F4-BCB8-82857E42348B}"/>
                  </a:ext>
                </a:extLst>
              </p:cNvPr>
              <p:cNvSpPr/>
              <p:nvPr/>
            </p:nvSpPr>
            <p:spPr>
              <a:xfrm>
                <a:off x="3818964" y="5834370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1276D99-B857-93F4-BCB8-82857E423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64" y="5834370"/>
                <a:ext cx="259568" cy="26884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D1DB7EC-1439-5D3E-2F6C-DB863C909545}"/>
                  </a:ext>
                </a:extLst>
              </p:cNvPr>
              <p:cNvSpPr/>
              <p:nvPr/>
            </p:nvSpPr>
            <p:spPr>
              <a:xfrm>
                <a:off x="4102456" y="5836343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D1DB7EC-1439-5D3E-2F6C-DB863C909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456" y="5836343"/>
                <a:ext cx="259568" cy="26884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D817546-78AE-6A8E-3A32-7D0BE2A5E76A}"/>
              </a:ext>
            </a:extLst>
          </p:cNvPr>
          <p:cNvCxnSpPr>
            <a:cxnSpLocks/>
          </p:cNvCxnSpPr>
          <p:nvPr/>
        </p:nvCxnSpPr>
        <p:spPr>
          <a:xfrm flipV="1">
            <a:off x="3307531" y="5660568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76C7F65A-BE3A-4AD0-4E48-63189B3C44DD}"/>
              </a:ext>
            </a:extLst>
          </p:cNvPr>
          <p:cNvSpPr/>
          <p:nvPr/>
        </p:nvSpPr>
        <p:spPr>
          <a:xfrm>
            <a:off x="3273791" y="5593088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C23296-F4E7-74C5-CCF4-F217EC08723E}"/>
                  </a:ext>
                </a:extLst>
              </p:cNvPr>
              <p:cNvSpPr txBox="1"/>
              <p:nvPr/>
            </p:nvSpPr>
            <p:spPr>
              <a:xfrm>
                <a:off x="3134842" y="5771983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C23296-F4E7-74C5-CCF4-F217EC087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842" y="5771983"/>
                <a:ext cx="290512" cy="369332"/>
              </a:xfrm>
              <a:prstGeom prst="rect">
                <a:avLst/>
              </a:prstGeom>
              <a:blipFill>
                <a:blip r:embed="rId4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C18F85D-F1E2-340D-4F3F-AD50AB0B0DCB}"/>
              </a:ext>
            </a:extLst>
          </p:cNvPr>
          <p:cNvCxnSpPr>
            <a:cxnSpLocks/>
          </p:cNvCxnSpPr>
          <p:nvPr/>
        </p:nvCxnSpPr>
        <p:spPr>
          <a:xfrm flipV="1">
            <a:off x="5193070" y="6242115"/>
            <a:ext cx="0" cy="304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4F97596-16B1-BD6B-CD1F-403F867C6D22}"/>
              </a:ext>
            </a:extLst>
          </p:cNvPr>
          <p:cNvCxnSpPr>
            <a:cxnSpLocks/>
          </p:cNvCxnSpPr>
          <p:nvPr/>
        </p:nvCxnSpPr>
        <p:spPr>
          <a:xfrm>
            <a:off x="5026260" y="6211581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414F463-6287-CDE3-8B9A-5D5CC1854182}"/>
              </a:ext>
            </a:extLst>
          </p:cNvPr>
          <p:cNvCxnSpPr>
            <a:cxnSpLocks/>
          </p:cNvCxnSpPr>
          <p:nvPr/>
        </p:nvCxnSpPr>
        <p:spPr>
          <a:xfrm>
            <a:off x="5026260" y="6546761"/>
            <a:ext cx="504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B3AE78B8-35C5-41B1-347E-B3D01107C1DB}"/>
              </a:ext>
            </a:extLst>
          </p:cNvPr>
          <p:cNvSpPr/>
          <p:nvPr/>
        </p:nvSpPr>
        <p:spPr>
          <a:xfrm>
            <a:off x="5159330" y="6174635"/>
            <a:ext cx="67480" cy="6748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9A82DF1-E56E-5A1F-4B5D-6C1039359C35}"/>
                  </a:ext>
                </a:extLst>
              </p:cNvPr>
              <p:cNvSpPr txBox="1"/>
              <p:nvPr/>
            </p:nvSpPr>
            <p:spPr>
              <a:xfrm>
                <a:off x="5020381" y="6353530"/>
                <a:ext cx="290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9A82DF1-E56E-5A1F-4B5D-6C103935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381" y="6353530"/>
                <a:ext cx="290512" cy="369332"/>
              </a:xfrm>
              <a:prstGeom prst="rect">
                <a:avLst/>
              </a:prstGeom>
              <a:blipFill>
                <a:blip r:embed="rId11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43C9652-EB5C-AF63-4164-20824BF9708B}"/>
              </a:ext>
            </a:extLst>
          </p:cNvPr>
          <p:cNvCxnSpPr>
            <a:cxnSpLocks/>
          </p:cNvCxnSpPr>
          <p:nvPr/>
        </p:nvCxnSpPr>
        <p:spPr>
          <a:xfrm>
            <a:off x="5533744" y="6220517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34432D7-142E-DCA1-6A69-75A5A96E0EF4}"/>
              </a:ext>
            </a:extLst>
          </p:cNvPr>
          <p:cNvCxnSpPr>
            <a:cxnSpLocks/>
          </p:cNvCxnSpPr>
          <p:nvPr/>
        </p:nvCxnSpPr>
        <p:spPr>
          <a:xfrm>
            <a:off x="5533744" y="6555697"/>
            <a:ext cx="1368000" cy="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38EC439-44FF-0FC5-7C00-40F0D20E386E}"/>
                  </a:ext>
                </a:extLst>
              </p:cNvPr>
              <p:cNvSpPr/>
              <p:nvPr/>
            </p:nvSpPr>
            <p:spPr>
              <a:xfrm>
                <a:off x="5908299" y="608466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38EC439-44FF-0FC5-7C00-40F0D20E3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299" y="6084667"/>
                <a:ext cx="259568" cy="26884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C75964A-B11F-7779-CA5D-066CEA1305CF}"/>
                  </a:ext>
                </a:extLst>
              </p:cNvPr>
              <p:cNvSpPr/>
              <p:nvPr/>
            </p:nvSpPr>
            <p:spPr>
              <a:xfrm>
                <a:off x="6192520" y="6084667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C75964A-B11F-7779-CA5D-066CEA130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520" y="6084667"/>
                <a:ext cx="259568" cy="268849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480DC55-5FCF-1330-5504-FC50FE194E9C}"/>
                  </a:ext>
                </a:extLst>
              </p:cNvPr>
              <p:cNvSpPr/>
              <p:nvPr/>
            </p:nvSpPr>
            <p:spPr>
              <a:xfrm>
                <a:off x="6476012" y="6086640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480DC55-5FCF-1330-5504-FC50FE194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012" y="6086640"/>
                <a:ext cx="259568" cy="26884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A51682B0-0E25-7F75-B83D-1AB16491A8DD}"/>
                  </a:ext>
                </a:extLst>
              </p:cNvPr>
              <p:cNvSpPr/>
              <p:nvPr/>
            </p:nvSpPr>
            <p:spPr>
              <a:xfrm>
                <a:off x="5908299" y="6415580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A51682B0-0E25-7F75-B83D-1AB16491A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299" y="6415580"/>
                <a:ext cx="259568" cy="26884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C4178AC9-A198-AFA9-3F9C-C04A646E7918}"/>
                  </a:ext>
                </a:extLst>
              </p:cNvPr>
              <p:cNvSpPr/>
              <p:nvPr/>
            </p:nvSpPr>
            <p:spPr>
              <a:xfrm>
                <a:off x="6192520" y="6415580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vi-V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C4178AC9-A198-AFA9-3F9C-C04A646E7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520" y="6415580"/>
                <a:ext cx="259568" cy="268849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6AD0CBB7-E62B-0D41-6A27-06372CDE6DFC}"/>
                  </a:ext>
                </a:extLst>
              </p:cNvPr>
              <p:cNvSpPr/>
              <p:nvPr/>
            </p:nvSpPr>
            <p:spPr>
              <a:xfrm>
                <a:off x="6476012" y="6417553"/>
                <a:ext cx="259568" cy="2688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8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  <a:endParaRPr lang="en-CA" sz="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6AD0CBB7-E62B-0D41-6A27-06372CDE6D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012" y="6417553"/>
                <a:ext cx="259568" cy="26884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56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D464A-88C9-4214-5B23-3A444208C5C6}"/>
                  </a:ext>
                </a:extLst>
              </p14:cNvPr>
              <p14:cNvContentPartPr/>
              <p14:nvPr/>
            </p14:nvContentPartPr>
            <p14:xfrm>
              <a:off x="5945297" y="3476803"/>
              <a:ext cx="451080" cy="37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D464A-88C9-4214-5B23-3A444208C5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9177" y="3470683"/>
                <a:ext cx="4633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EC47F1E-66A6-8AAD-8ED0-24117521C3A0}"/>
                  </a:ext>
                </a:extLst>
              </p14:cNvPr>
              <p14:cNvContentPartPr/>
              <p14:nvPr/>
            </p14:nvContentPartPr>
            <p14:xfrm>
              <a:off x="6757457" y="1771123"/>
              <a:ext cx="452880" cy="303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EC47F1E-66A6-8AAD-8ED0-24117521C3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51337" y="1765003"/>
                <a:ext cx="46512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E062BEA-0D5E-C0D0-7ADB-231CEE1DAADD}"/>
                  </a:ext>
                </a:extLst>
              </p14:cNvPr>
              <p14:cNvContentPartPr/>
              <p14:nvPr/>
            </p14:nvContentPartPr>
            <p14:xfrm>
              <a:off x="7195577" y="1093603"/>
              <a:ext cx="395280" cy="334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E062BEA-0D5E-C0D0-7ADB-231CEE1DAA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89457" y="1087483"/>
                <a:ext cx="407520" cy="34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FE0DE54-91FC-1C7A-616A-D80E8C32774C}"/>
              </a:ext>
            </a:extLst>
          </p:cNvPr>
          <p:cNvGrpSpPr/>
          <p:nvPr/>
        </p:nvGrpSpPr>
        <p:grpSpPr>
          <a:xfrm>
            <a:off x="5839097" y="2087923"/>
            <a:ext cx="896760" cy="1424520"/>
            <a:chOff x="5839097" y="2087923"/>
            <a:chExt cx="896760" cy="14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79B11D-C293-CA86-85E0-29E8D514EE2B}"/>
                    </a:ext>
                  </a:extLst>
                </p14:cNvPr>
                <p14:cNvContentPartPr/>
                <p14:nvPr/>
              </p14:nvContentPartPr>
              <p14:xfrm>
                <a:off x="6155537" y="2274043"/>
                <a:ext cx="502560" cy="1238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79B11D-C293-CA86-85E0-29E8D514EE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49417" y="2267923"/>
                  <a:ext cx="51480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D7CCF81-C0AF-972D-2DD9-B94CD7B95A1E}"/>
                    </a:ext>
                  </a:extLst>
                </p14:cNvPr>
                <p14:cNvContentPartPr/>
                <p14:nvPr/>
              </p14:nvContentPartPr>
              <p14:xfrm>
                <a:off x="6541097" y="2087923"/>
                <a:ext cx="194760" cy="315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D7CCF81-C0AF-972D-2DD9-B94CD7B95A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34977" y="2081803"/>
                  <a:ext cx="207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7E16CA-1F24-5093-503E-F4D9E98745B7}"/>
                    </a:ext>
                  </a:extLst>
                </p14:cNvPr>
                <p14:cNvContentPartPr/>
                <p14:nvPr/>
              </p14:nvContentPartPr>
              <p14:xfrm>
                <a:off x="5839097" y="2571763"/>
                <a:ext cx="192600" cy="217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7E16CA-1F24-5093-503E-F4D9E98745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32977" y="2565643"/>
                  <a:ext cx="204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222BD0-60C6-8785-8270-CA6296F2D634}"/>
                    </a:ext>
                  </a:extLst>
                </p14:cNvPr>
                <p14:cNvContentPartPr/>
                <p14:nvPr/>
              </p14:nvContentPartPr>
              <p14:xfrm>
                <a:off x="5967977" y="2485723"/>
                <a:ext cx="234720" cy="218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222BD0-60C6-8785-8270-CA6296F2D6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61857" y="2479603"/>
                  <a:ext cx="246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BE546B-4FD9-D0EE-CBFA-294AC4BAF26D}"/>
                    </a:ext>
                  </a:extLst>
                </p14:cNvPr>
                <p14:cNvContentPartPr/>
                <p14:nvPr/>
              </p14:nvContentPartPr>
              <p14:xfrm>
                <a:off x="6155897" y="2360803"/>
                <a:ext cx="267840" cy="184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BE546B-4FD9-D0EE-CBFA-294AC4BAF2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49777" y="2354683"/>
                  <a:ext cx="28008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EE66791-978D-F61B-7483-89F183222BE4}"/>
              </a:ext>
            </a:extLst>
          </p:cNvPr>
          <p:cNvGrpSpPr/>
          <p:nvPr/>
        </p:nvGrpSpPr>
        <p:grpSpPr>
          <a:xfrm>
            <a:off x="3381377" y="3430003"/>
            <a:ext cx="5924880" cy="2402640"/>
            <a:chOff x="3381377" y="3430003"/>
            <a:chExt cx="5924880" cy="24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2B974F-7536-DD72-ECF7-71C4E6F6A2EA}"/>
                    </a:ext>
                  </a:extLst>
                </p14:cNvPr>
                <p14:cNvContentPartPr/>
                <p14:nvPr/>
              </p14:nvContentPartPr>
              <p14:xfrm>
                <a:off x="8288177" y="5175283"/>
                <a:ext cx="750960" cy="64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2B974F-7536-DD72-ECF7-71C4E6F6A2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82057" y="5169163"/>
                  <a:ext cx="7632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C55598-FACB-B376-2CD2-E9A37235D18A}"/>
                    </a:ext>
                  </a:extLst>
                </p14:cNvPr>
                <p14:cNvContentPartPr/>
                <p14:nvPr/>
              </p14:nvContentPartPr>
              <p14:xfrm>
                <a:off x="8963177" y="4344043"/>
                <a:ext cx="360" cy="388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C55598-FACB-B376-2CD2-E9A37235D1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57057" y="4337923"/>
                  <a:ext cx="126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9AD7FF-77DA-C6A5-53FC-A29E56C38475}"/>
                    </a:ext>
                  </a:extLst>
                </p14:cNvPr>
                <p14:cNvContentPartPr/>
                <p14:nvPr/>
              </p14:nvContentPartPr>
              <p14:xfrm>
                <a:off x="9026177" y="4260883"/>
                <a:ext cx="280080" cy="478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9AD7FF-77DA-C6A5-53FC-A29E56C384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20057" y="4254763"/>
                  <a:ext cx="2923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D2D315-6716-3A69-B39B-4A94A4E87B9E}"/>
                    </a:ext>
                  </a:extLst>
                </p14:cNvPr>
                <p14:cNvContentPartPr/>
                <p14:nvPr/>
              </p14:nvContentPartPr>
              <p14:xfrm>
                <a:off x="3381377" y="5323603"/>
                <a:ext cx="537480" cy="509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D2D315-6716-3A69-B39B-4A94A4E87B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75257" y="5317483"/>
                  <a:ext cx="5497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4C87C5-97FE-EA2D-902F-12E1BF668FB6}"/>
                    </a:ext>
                  </a:extLst>
                </p14:cNvPr>
                <p14:cNvContentPartPr/>
                <p14:nvPr/>
              </p14:nvContentPartPr>
              <p14:xfrm>
                <a:off x="4036577" y="4876483"/>
                <a:ext cx="21240" cy="297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4C87C5-97FE-EA2D-902F-12E1BF668F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30457" y="4870363"/>
                  <a:ext cx="33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BD1257-DF16-8323-C4B2-6874F74B3BE3}"/>
                    </a:ext>
                  </a:extLst>
                </p14:cNvPr>
                <p14:cNvContentPartPr/>
                <p14:nvPr/>
              </p14:nvContentPartPr>
              <p14:xfrm>
                <a:off x="4078697" y="4813123"/>
                <a:ext cx="169560" cy="387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BD1257-DF16-8323-C4B2-6874F74B3B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2577" y="4807003"/>
                  <a:ext cx="1818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F9BC6D-111D-7FA0-8805-D8C0932269D3}"/>
                    </a:ext>
                  </a:extLst>
                </p14:cNvPr>
                <p14:cNvContentPartPr/>
                <p14:nvPr/>
              </p14:nvContentPartPr>
              <p14:xfrm>
                <a:off x="4003457" y="5022283"/>
                <a:ext cx="21132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FF9BC6D-111D-7FA0-8805-D8C0932269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97337" y="5016163"/>
                  <a:ext cx="22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C06A7A-0C2D-D575-2267-FEFB78CE20A5}"/>
                    </a:ext>
                  </a:extLst>
                </p14:cNvPr>
                <p14:cNvContentPartPr/>
                <p14:nvPr/>
              </p14:nvContentPartPr>
              <p14:xfrm>
                <a:off x="4638497" y="4049203"/>
                <a:ext cx="1254240" cy="779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C06A7A-0C2D-D575-2267-FEFB78CE20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2377" y="4043083"/>
                  <a:ext cx="1266480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C6443E-DE86-2691-7FCF-8F42A2F6C3F1}"/>
                    </a:ext>
                  </a:extLst>
                </p14:cNvPr>
                <p14:cNvContentPartPr/>
                <p14:nvPr/>
              </p14:nvContentPartPr>
              <p14:xfrm>
                <a:off x="4475777" y="4754083"/>
                <a:ext cx="369720" cy="303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C6443E-DE86-2691-7FCF-8F42A2F6C3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9657" y="4747963"/>
                  <a:ext cx="381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4F24A0-8EF9-1BB3-880E-56C279028323}"/>
                    </a:ext>
                  </a:extLst>
                </p14:cNvPr>
                <p14:cNvContentPartPr/>
                <p14:nvPr/>
              </p14:nvContentPartPr>
              <p14:xfrm>
                <a:off x="4844777" y="3892243"/>
                <a:ext cx="1842480" cy="1044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4F24A0-8EF9-1BB3-880E-56C2790283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38657" y="3886123"/>
                  <a:ext cx="1854720" cy="10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F0BB7-9C6C-25E0-1AC9-A66A813FF312}"/>
                    </a:ext>
                  </a:extLst>
                </p14:cNvPr>
                <p14:cNvContentPartPr/>
                <p14:nvPr/>
              </p14:nvContentPartPr>
              <p14:xfrm>
                <a:off x="6774737" y="3678763"/>
                <a:ext cx="1562400" cy="1518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F0BB7-9C6C-25E0-1AC9-A66A813FF3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68617" y="3672643"/>
                  <a:ext cx="1574640" cy="15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96B7C72-9F78-C1A0-5239-76ECAE01161C}"/>
                    </a:ext>
                  </a:extLst>
                </p14:cNvPr>
                <p14:cNvContentPartPr/>
                <p14:nvPr/>
              </p14:nvContentPartPr>
              <p14:xfrm>
                <a:off x="8012417" y="4995643"/>
                <a:ext cx="508320" cy="19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96B7C72-9F78-C1A0-5239-76ECAE0116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06297" y="4989523"/>
                  <a:ext cx="520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74059A-94E7-693D-C6DC-8E6F6263913B}"/>
                    </a:ext>
                  </a:extLst>
                </p14:cNvPr>
                <p14:cNvContentPartPr/>
                <p14:nvPr/>
              </p14:nvContentPartPr>
              <p14:xfrm>
                <a:off x="4669817" y="4101403"/>
                <a:ext cx="156600" cy="124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74059A-94E7-693D-C6DC-8E6F6263913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63697" y="4095283"/>
                  <a:ext cx="168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3CA161-8DBD-D61E-73A3-2CAADFBC29EB}"/>
                    </a:ext>
                  </a:extLst>
                </p14:cNvPr>
                <p14:cNvContentPartPr/>
                <p14:nvPr/>
              </p14:nvContentPartPr>
              <p14:xfrm>
                <a:off x="4825697" y="4046323"/>
                <a:ext cx="25560" cy="27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3CA161-8DBD-D61E-73A3-2CAADFBC29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9577" y="4040203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5C86339-C194-36CB-978B-DEB6552F74E5}"/>
                    </a:ext>
                  </a:extLst>
                </p14:cNvPr>
                <p14:cNvContentPartPr/>
                <p14:nvPr/>
              </p14:nvContentPartPr>
              <p14:xfrm>
                <a:off x="5940977" y="3430003"/>
                <a:ext cx="568440" cy="482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5C86339-C194-36CB-978B-DEB6552F74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34857" y="3423883"/>
                  <a:ext cx="580680" cy="49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737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ED4173-C667-39F7-675A-9FCAA4E15543}"/>
                  </a:ext>
                </a:extLst>
              </p14:cNvPr>
              <p14:cNvContentPartPr/>
              <p14:nvPr/>
            </p14:nvContentPartPr>
            <p14:xfrm>
              <a:off x="5062276" y="3442662"/>
              <a:ext cx="600840" cy="513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ED4173-C667-39F7-675A-9FCAA4E155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6156" y="3436542"/>
                <a:ext cx="613080" cy="52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3CDA43BD-4020-D931-2EA9-6EA3E288D328}"/>
              </a:ext>
            </a:extLst>
          </p:cNvPr>
          <p:cNvGrpSpPr/>
          <p:nvPr/>
        </p:nvGrpSpPr>
        <p:grpSpPr>
          <a:xfrm>
            <a:off x="2807596" y="3081582"/>
            <a:ext cx="2392920" cy="3600360"/>
            <a:chOff x="2807596" y="3081582"/>
            <a:chExt cx="2392920" cy="36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27735A-FB7E-50B5-90F6-D0DCE19A8DB8}"/>
                    </a:ext>
                  </a:extLst>
                </p14:cNvPr>
                <p14:cNvContentPartPr/>
                <p14:nvPr/>
              </p14:nvContentPartPr>
              <p14:xfrm>
                <a:off x="2815876" y="4778262"/>
                <a:ext cx="396360" cy="51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27735A-FB7E-50B5-90F6-D0DCE19A8D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09756" y="4772142"/>
                  <a:ext cx="40860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0AC258-33C4-466E-00BC-123E55013D78}"/>
                    </a:ext>
                  </a:extLst>
                </p14:cNvPr>
                <p14:cNvContentPartPr/>
                <p14:nvPr/>
              </p14:nvContentPartPr>
              <p14:xfrm>
                <a:off x="3798676" y="5437422"/>
                <a:ext cx="607320" cy="474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0AC258-33C4-466E-00BC-123E55013D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2556" y="5431302"/>
                  <a:ext cx="6195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DE6901-6251-E61D-8A04-9EFB9207ECFB}"/>
                    </a:ext>
                  </a:extLst>
                </p14:cNvPr>
                <p14:cNvContentPartPr/>
                <p14:nvPr/>
              </p14:nvContentPartPr>
              <p14:xfrm>
                <a:off x="2858356" y="5787342"/>
                <a:ext cx="552600" cy="47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DE6901-6251-E61D-8A04-9EFB9207EC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2236" y="5781222"/>
                  <a:ext cx="5648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468F20-53BF-3CA9-3E38-D22954345728}"/>
                    </a:ext>
                  </a:extLst>
                </p14:cNvPr>
                <p14:cNvContentPartPr/>
                <p14:nvPr/>
              </p14:nvContentPartPr>
              <p14:xfrm>
                <a:off x="4680316" y="5336622"/>
                <a:ext cx="360" cy="432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468F20-53BF-3CA9-3E38-D229543457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74196" y="5330502"/>
                  <a:ext cx="12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994DFC-6C51-EF77-219F-608BF77B7388}"/>
                    </a:ext>
                  </a:extLst>
                </p14:cNvPr>
                <p14:cNvContentPartPr/>
                <p14:nvPr/>
              </p14:nvContentPartPr>
              <p14:xfrm>
                <a:off x="4634236" y="5362902"/>
                <a:ext cx="340560" cy="558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994DFC-6C51-EF77-219F-608BF77B73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28116" y="5356782"/>
                  <a:ext cx="3528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B17EF03-F346-4F1D-56DE-B66AC8649308}"/>
                    </a:ext>
                  </a:extLst>
                </p14:cNvPr>
                <p14:cNvContentPartPr/>
                <p14:nvPr/>
              </p14:nvContentPartPr>
              <p14:xfrm>
                <a:off x="3563236" y="6325542"/>
                <a:ext cx="498240" cy="356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B17EF03-F346-4F1D-56DE-B66AC86493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7116" y="6319422"/>
                  <a:ext cx="5104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715B2E-D58F-EFD4-E872-EC69CBE54E48}"/>
                    </a:ext>
                  </a:extLst>
                </p14:cNvPr>
                <p14:cNvContentPartPr/>
                <p14:nvPr/>
              </p14:nvContentPartPr>
              <p14:xfrm>
                <a:off x="3076156" y="4174542"/>
                <a:ext cx="25200" cy="510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715B2E-D58F-EFD4-E872-EC69CBE54E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70036" y="4168422"/>
                  <a:ext cx="374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242B10-3990-D61E-042B-DD794E1F12F3}"/>
                    </a:ext>
                  </a:extLst>
                </p14:cNvPr>
                <p14:cNvContentPartPr/>
                <p14:nvPr/>
              </p14:nvContentPartPr>
              <p14:xfrm>
                <a:off x="2807596" y="4194342"/>
                <a:ext cx="212760" cy="37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242B10-3990-D61E-042B-DD794E1F12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1476" y="4188222"/>
                  <a:ext cx="2250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E05E5D-A496-FCC5-4FC9-04BBA2B40101}"/>
                    </a:ext>
                  </a:extLst>
                </p14:cNvPr>
                <p14:cNvContentPartPr/>
                <p14:nvPr/>
              </p14:nvContentPartPr>
              <p14:xfrm>
                <a:off x="3028276" y="4385502"/>
                <a:ext cx="201960" cy="5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E05E5D-A496-FCC5-4FC9-04BBA2B401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2156" y="4379382"/>
                  <a:ext cx="214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9924C8-C0EF-F59C-0B5B-06487A538427}"/>
                    </a:ext>
                  </a:extLst>
                </p14:cNvPr>
                <p14:cNvContentPartPr/>
                <p14:nvPr/>
              </p14:nvContentPartPr>
              <p14:xfrm>
                <a:off x="3370276" y="3796542"/>
                <a:ext cx="1830240" cy="102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9924C8-C0EF-F59C-0B5B-06487A5384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64156" y="3790422"/>
                  <a:ext cx="184248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E660D4-87CA-6A48-B615-6B0EA5C2F613}"/>
                    </a:ext>
                  </a:extLst>
                </p14:cNvPr>
                <p14:cNvContentPartPr/>
                <p14:nvPr/>
              </p14:nvContentPartPr>
              <p14:xfrm>
                <a:off x="3156796" y="4626702"/>
                <a:ext cx="495720" cy="39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E660D4-87CA-6A48-B615-6B0EA5C2F6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0676" y="4620582"/>
                  <a:ext cx="5079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1D3415-F849-E072-A57F-BDB8F329DFE9}"/>
                    </a:ext>
                  </a:extLst>
                </p14:cNvPr>
                <p14:cNvContentPartPr/>
                <p14:nvPr/>
              </p14:nvContentPartPr>
              <p14:xfrm>
                <a:off x="3744316" y="3585582"/>
                <a:ext cx="250560" cy="453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1D3415-F849-E072-A57F-BDB8F329DF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38196" y="3579462"/>
                  <a:ext cx="2628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754F8F-D3A5-BBF9-E2D2-573C6D3DD623}"/>
                    </a:ext>
                  </a:extLst>
                </p14:cNvPr>
                <p14:cNvContentPartPr/>
                <p14:nvPr/>
              </p14:nvContentPartPr>
              <p14:xfrm>
                <a:off x="3994516" y="3324942"/>
                <a:ext cx="246600" cy="370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754F8F-D3A5-BBF9-E2D2-573C6D3DD6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88396" y="3318822"/>
                  <a:ext cx="258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0688C2-E83A-A816-954D-72251F3135E9}"/>
                    </a:ext>
                  </a:extLst>
                </p14:cNvPr>
                <p14:cNvContentPartPr/>
                <p14:nvPr/>
              </p14:nvContentPartPr>
              <p14:xfrm>
                <a:off x="4472956" y="3081582"/>
                <a:ext cx="235800" cy="44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B0688C2-E83A-A816-954D-72251F3135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66836" y="3075462"/>
                  <a:ext cx="248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B0F47D-F479-BEEA-587A-5A291E246060}"/>
                    </a:ext>
                  </a:extLst>
                </p14:cNvPr>
                <p14:cNvContentPartPr/>
                <p14:nvPr/>
              </p14:nvContentPartPr>
              <p14:xfrm>
                <a:off x="3519676" y="5194782"/>
                <a:ext cx="660600" cy="398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B0F47D-F479-BEEA-587A-5A291E2460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3556" y="5188662"/>
                  <a:ext cx="6728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7C9B2E-EA0D-7203-2342-3B37BAD1B543}"/>
                    </a:ext>
                  </a:extLst>
                </p14:cNvPr>
                <p14:cNvContentPartPr/>
                <p14:nvPr/>
              </p14:nvContentPartPr>
              <p14:xfrm>
                <a:off x="3912076" y="5475942"/>
                <a:ext cx="501120" cy="19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7C9B2E-EA0D-7203-2342-3B37BAD1B5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05956" y="5469822"/>
                  <a:ext cx="513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C6285D-548E-5459-C925-3A6A261BEEF7}"/>
                    </a:ext>
                  </a:extLst>
                </p14:cNvPr>
                <p14:cNvContentPartPr/>
                <p14:nvPr/>
              </p14:nvContentPartPr>
              <p14:xfrm>
                <a:off x="4071556" y="4911822"/>
                <a:ext cx="266760" cy="266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C6285D-548E-5459-C925-3A6A261BEE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5436" y="4905702"/>
                  <a:ext cx="279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90CE9A-24CA-F0F0-7551-7D0656FD8A6A}"/>
                    </a:ext>
                  </a:extLst>
                </p14:cNvPr>
                <p14:cNvContentPartPr/>
                <p14:nvPr/>
              </p14:nvContentPartPr>
              <p14:xfrm>
                <a:off x="4420036" y="4854222"/>
                <a:ext cx="349920" cy="33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90CE9A-24CA-F0F0-7551-7D0656FD8A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3916" y="4848102"/>
                  <a:ext cx="362160" cy="35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8126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47FCA65D-286C-64E0-52DB-A0689C54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8" t="23549" r="21933" b="23686"/>
          <a:stretch/>
        </p:blipFill>
        <p:spPr>
          <a:xfrm>
            <a:off x="3547427" y="1096354"/>
            <a:ext cx="4189229" cy="28707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C85A0-8727-3687-5E33-7EA6DFA03ED0}"/>
                  </a:ext>
                </a:extLst>
              </p:cNvPr>
              <p:cNvSpPr txBox="1"/>
              <p:nvPr/>
            </p:nvSpPr>
            <p:spPr>
              <a:xfrm>
                <a:off x="4775350" y="3056177"/>
                <a:ext cx="148689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  <m:sup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VN" sz="2000" b="1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C85A0-8727-3687-5E33-7EA6DFA03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350" y="3056177"/>
                <a:ext cx="1486891" cy="307777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BC44B-B9B1-90B7-34CF-078124AE3C66}"/>
                  </a:ext>
                </a:extLst>
              </p:cNvPr>
              <p:cNvSpPr txBox="1"/>
              <p:nvPr/>
            </p:nvSpPr>
            <p:spPr>
              <a:xfrm>
                <a:off x="4569939" y="3783222"/>
                <a:ext cx="1486891" cy="314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VN" sz="2000" b="1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BC44B-B9B1-90B7-34CF-078124AE3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39" y="3783222"/>
                <a:ext cx="1486891" cy="314445"/>
              </a:xfrm>
              <a:prstGeom prst="rect">
                <a:avLst/>
              </a:prstGeom>
              <a:blipFill>
                <a:blip r:embed="rId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D75D87-EFAA-A9D4-1A8C-16B3E199E654}"/>
                  </a:ext>
                </a:extLst>
              </p:cNvPr>
              <p:cNvSpPr txBox="1"/>
              <p:nvPr/>
            </p:nvSpPr>
            <p:spPr>
              <a:xfrm>
                <a:off x="5159661" y="3600494"/>
                <a:ext cx="1486891" cy="314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vi-VN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vi-VN" sz="20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VN" sz="2000" b="1" i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D75D87-EFAA-A9D4-1A8C-16B3E199E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661" y="3600494"/>
                <a:ext cx="1486891" cy="314445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0967E6-00C2-0993-AE34-A5B8BCBB0978}"/>
                  </a:ext>
                </a:extLst>
              </p:cNvPr>
              <p:cNvSpPr txBox="1"/>
              <p:nvPr/>
            </p:nvSpPr>
            <p:spPr>
              <a:xfrm>
                <a:off x="3399182" y="1204371"/>
                <a:ext cx="301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VN" b="1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0967E6-00C2-0993-AE34-A5B8BCBB0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182" y="1204371"/>
                <a:ext cx="301300" cy="276999"/>
              </a:xfrm>
              <a:prstGeom prst="rect">
                <a:avLst/>
              </a:prstGeom>
              <a:blipFill>
                <a:blip r:embed="rId6"/>
                <a:stretch>
                  <a:fillRect l="-16000" r="-8000" b="-181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D0C766C3-82F8-ECE8-3B52-08F0373BA88E}"/>
              </a:ext>
            </a:extLst>
          </p:cNvPr>
          <p:cNvSpPr/>
          <p:nvPr/>
        </p:nvSpPr>
        <p:spPr>
          <a:xfrm>
            <a:off x="2067340" y="1489321"/>
            <a:ext cx="3198177" cy="4466206"/>
          </a:xfrm>
          <a:prstGeom prst="arc">
            <a:avLst>
              <a:gd name="adj1" fmla="val 16351004"/>
              <a:gd name="adj2" fmla="val 86263"/>
            </a:avLst>
          </a:prstGeom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4AC420D4-3FE4-BC48-9BC4-B8D1718828DC}"/>
              </a:ext>
            </a:extLst>
          </p:cNvPr>
          <p:cNvSpPr/>
          <p:nvPr/>
        </p:nvSpPr>
        <p:spPr>
          <a:xfrm>
            <a:off x="2054516" y="1481370"/>
            <a:ext cx="3821498" cy="4172259"/>
          </a:xfrm>
          <a:prstGeom prst="arc">
            <a:avLst>
              <a:gd name="adj1" fmla="val 15941967"/>
              <a:gd name="adj2" fmla="val 86263"/>
            </a:avLst>
          </a:prstGeom>
          <a:ln>
            <a:solidFill>
              <a:srgbClr val="ED1823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C0416DE-2C24-572F-C721-5F65749C1FA0}"/>
              </a:ext>
            </a:extLst>
          </p:cNvPr>
          <p:cNvSpPr/>
          <p:nvPr/>
        </p:nvSpPr>
        <p:spPr>
          <a:xfrm flipH="1" flipV="1">
            <a:off x="5467163" y="2983395"/>
            <a:ext cx="557096" cy="799825"/>
          </a:xfrm>
          <a:prstGeom prst="arc">
            <a:avLst>
              <a:gd name="adj1" fmla="val 16351004"/>
              <a:gd name="adj2" fmla="val 86263"/>
            </a:avLst>
          </a:pr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583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F916-1BCE-199B-3994-2CB9B885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9" name="Content Placeholder 8" descr="A diagram of a graph&#10;&#10;Description automatically generated">
            <a:extLst>
              <a:ext uri="{FF2B5EF4-FFF2-40B4-BE49-F238E27FC236}">
                <a16:creationId xmlns:a16="http://schemas.microsoft.com/office/drawing/2014/main" id="{6B3834E5-8AC3-AACA-250D-A520CAF6B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900" y="2483644"/>
            <a:ext cx="4394200" cy="3035300"/>
          </a:xfrm>
        </p:spPr>
      </p:pic>
    </p:spTree>
    <p:extLst>
      <p:ext uri="{BB962C8B-B14F-4D97-AF65-F5344CB8AC3E}">
        <p14:creationId xmlns:p14="http://schemas.microsoft.com/office/powerpoint/2010/main" val="56971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28204</TotalTime>
  <Words>247</Words>
  <Application>Microsoft Macintosh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Nguyen Thi Le  Thuy - Y19</cp:lastModifiedBy>
  <cp:revision>6</cp:revision>
  <dcterms:created xsi:type="dcterms:W3CDTF">2025-06-10T06:09:03Z</dcterms:created>
  <dcterms:modified xsi:type="dcterms:W3CDTF">2025-07-13T02:51:33Z</dcterms:modified>
</cp:coreProperties>
</file>